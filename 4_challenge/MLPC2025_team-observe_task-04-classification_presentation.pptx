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6"/>
  </p:notesMasterIdLst>
  <p:handoutMasterIdLst>
    <p:handoutMasterId r:id="rId7"/>
  </p:handoutMasterIdLst>
  <p:sldIdLst>
    <p:sldId id="257" r:id="rId2"/>
    <p:sldId id="266" r:id="rId3"/>
    <p:sldId id="267" r:id="rId4"/>
    <p:sldId id="268" r:id="rId5"/>
  </p:sldIdLst>
  <p:sldSz cx="12192000" cy="6858000"/>
  <p:notesSz cx="7102475" cy="10234613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ak117135" initials="a" lastIdx="16" clrIdx="0">
    <p:extLst>
      <p:ext uri="{19B8F6BF-5375-455C-9EA6-DF929625EA0E}">
        <p15:presenceInfo xmlns:p15="http://schemas.microsoft.com/office/powerpoint/2012/main" userId="ak117135" providerId="Non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BB332F3-3AA9-4FC8-91D6-B6DAA8FC7ADC}" v="2" dt="2025-06-19T09:02:43.087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ittlere Formatvorlage 2 - Akz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3B4B98B0-60AC-42C2-AFA5-B58CD77FA1E5}" styleName="Helle Formatvorlage 1 - Akz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B301B821-A1FF-4177-AEE7-76D212191A09}" styleName="Mittlere Formatvorlage 1 - Akz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4995" autoAdjust="0"/>
    <p:restoredTop sz="94660"/>
  </p:normalViewPr>
  <p:slideViewPr>
    <p:cSldViewPr snapToGrid="0">
      <p:cViewPr varScale="1">
        <p:scale>
          <a:sx n="159" d="100"/>
          <a:sy n="159" d="100"/>
        </p:scale>
        <p:origin x="384" y="13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napToGrid="0">
      <p:cViewPr varScale="1">
        <p:scale>
          <a:sx n="90" d="100"/>
          <a:sy n="90" d="100"/>
        </p:scale>
        <p:origin x="3708" y="102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commentAuthors" Target="commentAuthors.xml"/><Relationship Id="rId13" Type="http://schemas.microsoft.com/office/2016/11/relationships/changesInfo" Target="changesInfos/changesInfo1.xml"/><Relationship Id="rId3" Type="http://schemas.openxmlformats.org/officeDocument/2006/relationships/slide" Target="slides/slide2.xml"/><Relationship Id="rId7" Type="http://schemas.openxmlformats.org/officeDocument/2006/relationships/handoutMaster" Target="handoutMasters/handoutMaster1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Relationship Id="rId14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Leo Spanring" userId="89e00baaf65da206" providerId="LiveId" clId="{0BB332F3-3AA9-4FC8-91D6-B6DAA8FC7ADC}"/>
    <pc:docChg chg="undo custSel addSld delSld modSld sldOrd">
      <pc:chgData name="Leo Spanring" userId="89e00baaf65da206" providerId="LiveId" clId="{0BB332F3-3AA9-4FC8-91D6-B6DAA8FC7ADC}" dt="2025-06-19T09:03:12.101" v="569" actId="680"/>
      <pc:docMkLst>
        <pc:docMk/>
      </pc:docMkLst>
      <pc:sldChg chg="modSp mod">
        <pc:chgData name="Leo Spanring" userId="89e00baaf65da206" providerId="LiveId" clId="{0BB332F3-3AA9-4FC8-91D6-B6DAA8FC7ADC}" dt="2025-06-19T08:39:34.100" v="10" actId="20577"/>
        <pc:sldMkLst>
          <pc:docMk/>
          <pc:sldMk cId="0" sldId="257"/>
        </pc:sldMkLst>
        <pc:spChg chg="mod">
          <ac:chgData name="Leo Spanring" userId="89e00baaf65da206" providerId="LiveId" clId="{0BB332F3-3AA9-4FC8-91D6-B6DAA8FC7ADC}" dt="2025-06-19T08:39:34.100" v="10" actId="20577"/>
          <ac:spMkLst>
            <pc:docMk/>
            <pc:sldMk cId="0" sldId="257"/>
            <ac:spMk id="146" creationId="{00000000-0000-0000-0000-000000000000}"/>
          </ac:spMkLst>
        </pc:spChg>
      </pc:sldChg>
      <pc:sldChg chg="del">
        <pc:chgData name="Leo Spanring" userId="89e00baaf65da206" providerId="LiveId" clId="{0BB332F3-3AA9-4FC8-91D6-B6DAA8FC7ADC}" dt="2025-06-19T08:57:50.586" v="419" actId="47"/>
        <pc:sldMkLst>
          <pc:docMk/>
          <pc:sldMk cId="1194980917" sldId="262"/>
        </pc:sldMkLst>
      </pc:sldChg>
      <pc:sldChg chg="del">
        <pc:chgData name="Leo Spanring" userId="89e00baaf65da206" providerId="LiveId" clId="{0BB332F3-3AA9-4FC8-91D6-B6DAA8FC7ADC}" dt="2025-06-19T08:57:49.464" v="418" actId="47"/>
        <pc:sldMkLst>
          <pc:docMk/>
          <pc:sldMk cId="74319871" sldId="263"/>
        </pc:sldMkLst>
      </pc:sldChg>
      <pc:sldChg chg="del">
        <pc:chgData name="Leo Spanring" userId="89e00baaf65da206" providerId="LiveId" clId="{0BB332F3-3AA9-4FC8-91D6-B6DAA8FC7ADC}" dt="2025-06-19T08:57:51.979" v="421" actId="47"/>
        <pc:sldMkLst>
          <pc:docMk/>
          <pc:sldMk cId="3373965280" sldId="264"/>
        </pc:sldMkLst>
      </pc:sldChg>
      <pc:sldChg chg="del">
        <pc:chgData name="Leo Spanring" userId="89e00baaf65da206" providerId="LiveId" clId="{0BB332F3-3AA9-4FC8-91D6-B6DAA8FC7ADC}" dt="2025-06-19T08:57:51.224" v="420" actId="47"/>
        <pc:sldMkLst>
          <pc:docMk/>
          <pc:sldMk cId="0" sldId="265"/>
        </pc:sldMkLst>
      </pc:sldChg>
      <pc:sldChg chg="modSp new mod">
        <pc:chgData name="Leo Spanring" userId="89e00baaf65da206" providerId="LiveId" clId="{0BB332F3-3AA9-4FC8-91D6-B6DAA8FC7ADC}" dt="2025-06-19T08:46:36.251" v="162" actId="20577"/>
        <pc:sldMkLst>
          <pc:docMk/>
          <pc:sldMk cId="903683591" sldId="266"/>
        </pc:sldMkLst>
        <pc:spChg chg="mod">
          <ac:chgData name="Leo Spanring" userId="89e00baaf65da206" providerId="LiveId" clId="{0BB332F3-3AA9-4FC8-91D6-B6DAA8FC7ADC}" dt="2025-06-19T08:42:28.748" v="42" actId="20577"/>
          <ac:spMkLst>
            <pc:docMk/>
            <pc:sldMk cId="903683591" sldId="266"/>
            <ac:spMk id="2" creationId="{7C953251-8434-7CC5-8658-0ED49F1D72E7}"/>
          </ac:spMkLst>
        </pc:spChg>
        <pc:spChg chg="mod">
          <ac:chgData name="Leo Spanring" userId="89e00baaf65da206" providerId="LiveId" clId="{0BB332F3-3AA9-4FC8-91D6-B6DAA8FC7ADC}" dt="2025-06-19T08:46:36.251" v="162" actId="20577"/>
          <ac:spMkLst>
            <pc:docMk/>
            <pc:sldMk cId="903683591" sldId="266"/>
            <ac:spMk id="3" creationId="{40C0DB73-2FC7-B6A6-10CA-6A73E865DD1D}"/>
          </ac:spMkLst>
        </pc:spChg>
      </pc:sldChg>
      <pc:sldChg chg="new del">
        <pc:chgData name="Leo Spanring" userId="89e00baaf65da206" providerId="LiveId" clId="{0BB332F3-3AA9-4FC8-91D6-B6DAA8FC7ADC}" dt="2025-06-19T08:40:51.276" v="14" actId="2696"/>
        <pc:sldMkLst>
          <pc:docMk/>
          <pc:sldMk cId="1215075417" sldId="266"/>
        </pc:sldMkLst>
      </pc:sldChg>
      <pc:sldChg chg="new del">
        <pc:chgData name="Leo Spanring" userId="89e00baaf65da206" providerId="LiveId" clId="{0BB332F3-3AA9-4FC8-91D6-B6DAA8FC7ADC}" dt="2025-06-19T08:41:43.129" v="18" actId="2696"/>
        <pc:sldMkLst>
          <pc:docMk/>
          <pc:sldMk cId="2923781436" sldId="266"/>
        </pc:sldMkLst>
      </pc:sldChg>
      <pc:sldChg chg="new del">
        <pc:chgData name="Leo Spanring" userId="89e00baaf65da206" providerId="LiveId" clId="{0BB332F3-3AA9-4FC8-91D6-B6DAA8FC7ADC}" dt="2025-06-19T08:40:43.930" v="12" actId="2696"/>
        <pc:sldMkLst>
          <pc:docMk/>
          <pc:sldMk cId="3902015652" sldId="266"/>
        </pc:sldMkLst>
      </pc:sldChg>
      <pc:sldChg chg="new del">
        <pc:chgData name="Leo Spanring" userId="89e00baaf65da206" providerId="LiveId" clId="{0BB332F3-3AA9-4FC8-91D6-B6DAA8FC7ADC}" dt="2025-06-19T08:41:10.839" v="16" actId="2696"/>
        <pc:sldMkLst>
          <pc:docMk/>
          <pc:sldMk cId="4014785697" sldId="266"/>
        </pc:sldMkLst>
      </pc:sldChg>
      <pc:sldChg chg="addSp delSp modSp new mod">
        <pc:chgData name="Leo Spanring" userId="89e00baaf65da206" providerId="LiveId" clId="{0BB332F3-3AA9-4FC8-91D6-B6DAA8FC7ADC}" dt="2025-06-19T09:02:56.021" v="567" actId="1076"/>
        <pc:sldMkLst>
          <pc:docMk/>
          <pc:sldMk cId="3940066010" sldId="267"/>
        </pc:sldMkLst>
        <pc:spChg chg="mod">
          <ac:chgData name="Leo Spanring" userId="89e00baaf65da206" providerId="LiveId" clId="{0BB332F3-3AA9-4FC8-91D6-B6DAA8FC7ADC}" dt="2025-06-19T08:46:49.129" v="181" actId="20577"/>
          <ac:spMkLst>
            <pc:docMk/>
            <pc:sldMk cId="3940066010" sldId="267"/>
            <ac:spMk id="2" creationId="{9C95882B-A312-662B-BBBF-B584E263CDD2}"/>
          </ac:spMkLst>
        </pc:spChg>
        <pc:spChg chg="mod">
          <ac:chgData name="Leo Spanring" userId="89e00baaf65da206" providerId="LiveId" clId="{0BB332F3-3AA9-4FC8-91D6-B6DAA8FC7ADC}" dt="2025-06-19T09:02:45.100" v="564" actId="5793"/>
          <ac:spMkLst>
            <pc:docMk/>
            <pc:sldMk cId="3940066010" sldId="267"/>
            <ac:spMk id="3" creationId="{44398E3F-1CE2-7439-04F0-49E36ECC948C}"/>
          </ac:spMkLst>
        </pc:spChg>
        <pc:picChg chg="add del mod">
          <ac:chgData name="Leo Spanring" userId="89e00baaf65da206" providerId="LiveId" clId="{0BB332F3-3AA9-4FC8-91D6-B6DAA8FC7ADC}" dt="2025-06-19T08:55:39.142" v="368" actId="478"/>
          <ac:picMkLst>
            <pc:docMk/>
            <pc:sldMk cId="3940066010" sldId="267"/>
            <ac:picMk id="6" creationId="{9A5E674F-A7E0-FDBF-2D49-9016A4932216}"/>
          </ac:picMkLst>
        </pc:picChg>
        <pc:picChg chg="add mod">
          <ac:chgData name="Leo Spanring" userId="89e00baaf65da206" providerId="LiveId" clId="{0BB332F3-3AA9-4FC8-91D6-B6DAA8FC7ADC}" dt="2025-06-19T09:02:56.021" v="567" actId="1076"/>
          <ac:picMkLst>
            <pc:docMk/>
            <pc:sldMk cId="3940066010" sldId="267"/>
            <ac:picMk id="8" creationId="{568F253A-26E3-BDAF-36FF-0B5B18482661}"/>
          </ac:picMkLst>
        </pc:picChg>
      </pc:sldChg>
      <pc:sldChg chg="new">
        <pc:chgData name="Leo Spanring" userId="89e00baaf65da206" providerId="LiveId" clId="{0BB332F3-3AA9-4FC8-91D6-B6DAA8FC7ADC}" dt="2025-06-19T09:03:12.101" v="569" actId="680"/>
        <pc:sldMkLst>
          <pc:docMk/>
          <pc:sldMk cId="279478281" sldId="268"/>
        </pc:sldMkLst>
      </pc:sldChg>
      <pc:sldChg chg="new del ord">
        <pc:chgData name="Leo Spanring" userId="89e00baaf65da206" providerId="LiveId" clId="{0BB332F3-3AA9-4FC8-91D6-B6DAA8FC7ADC}" dt="2025-06-19T08:57:46.165" v="417" actId="47"/>
        <pc:sldMkLst>
          <pc:docMk/>
          <pc:sldMk cId="296161598" sldId="268"/>
        </pc:sldMkLst>
      </pc:sldChg>
      <pc:sldChg chg="modSp new del mod">
        <pc:chgData name="Leo Spanring" userId="89e00baaf65da206" providerId="LiveId" clId="{0BB332F3-3AA9-4FC8-91D6-B6DAA8FC7ADC}" dt="2025-06-19T09:03:08.044" v="568" actId="2696"/>
        <pc:sldMkLst>
          <pc:docMk/>
          <pc:sldMk cId="604701389" sldId="268"/>
        </pc:sldMkLst>
        <pc:spChg chg="mod">
          <ac:chgData name="Leo Spanring" userId="89e00baaf65da206" providerId="LiveId" clId="{0BB332F3-3AA9-4FC8-91D6-B6DAA8FC7ADC}" dt="2025-06-19T08:59:50.172" v="473" actId="20577"/>
          <ac:spMkLst>
            <pc:docMk/>
            <pc:sldMk cId="604701389" sldId="268"/>
            <ac:spMk id="2" creationId="{98AACBB0-66A9-B367-6E20-8F2B4AB2EF5D}"/>
          </ac:spMkLst>
        </pc:spChg>
        <pc:spChg chg="mod">
          <ac:chgData name="Leo Spanring" userId="89e00baaf65da206" providerId="LiveId" clId="{0BB332F3-3AA9-4FC8-91D6-B6DAA8FC7ADC}" dt="2025-06-19T09:01:00.783" v="516" actId="20577"/>
          <ac:spMkLst>
            <pc:docMk/>
            <pc:sldMk cId="604701389" sldId="268"/>
            <ac:spMk id="3" creationId="{4CCA6585-2349-1477-9148-717A5310AFA4}"/>
          </ac:spMkLst>
        </pc:spChg>
      </pc:sldChg>
      <pc:sldMasterChg chg="delSldLayout">
        <pc:chgData name="Leo Spanring" userId="89e00baaf65da206" providerId="LiveId" clId="{0BB332F3-3AA9-4FC8-91D6-B6DAA8FC7ADC}" dt="2025-06-19T08:57:51.979" v="421" actId="47"/>
        <pc:sldMasterMkLst>
          <pc:docMk/>
          <pc:sldMasterMk cId="2195679428" sldId="2147483660"/>
        </pc:sldMasterMkLst>
        <pc:sldLayoutChg chg="del">
          <pc:chgData name="Leo Spanring" userId="89e00baaf65da206" providerId="LiveId" clId="{0BB332F3-3AA9-4FC8-91D6-B6DAA8FC7ADC}" dt="2025-06-19T08:57:51.979" v="421" actId="47"/>
          <pc:sldLayoutMkLst>
            <pc:docMk/>
            <pc:sldMasterMk cId="2195679428" sldId="2147483660"/>
            <pc:sldLayoutMk cId="2154301163" sldId="2147483685"/>
          </pc:sldLayoutMkLst>
        </pc:sldLayoutChg>
        <pc:sldLayoutChg chg="del">
          <pc:chgData name="Leo Spanring" userId="89e00baaf65da206" providerId="LiveId" clId="{0BB332F3-3AA9-4FC8-91D6-B6DAA8FC7ADC}" dt="2025-06-19T08:57:51.224" v="420" actId="47"/>
          <pc:sldLayoutMkLst>
            <pc:docMk/>
            <pc:sldMasterMk cId="2195679428" sldId="2147483660"/>
            <pc:sldLayoutMk cId="294095800" sldId="2147483686"/>
          </pc:sldLayoutMkLst>
        </pc:sldLayoutChg>
      </pc:sldMaster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78163" cy="51276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AT"/>
          </a:p>
        </p:txBody>
      </p:sp>
      <p:sp>
        <p:nvSpPr>
          <p:cNvPr id="3" name="Datumsplatzhalter 2"/>
          <p:cNvSpPr>
            <a:spLocks noGrp="1"/>
          </p:cNvSpPr>
          <p:nvPr>
            <p:ph type="dt" sz="quarter" idx="1"/>
          </p:nvPr>
        </p:nvSpPr>
        <p:spPr>
          <a:xfrm>
            <a:off x="4022725" y="0"/>
            <a:ext cx="3078163" cy="51276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5E02316-A3A9-40CE-8399-988D8D269502}" type="datetimeFigureOut">
              <a:rPr lang="de-AT" smtClean="0"/>
              <a:t>19.06.2025</a:t>
            </a:fld>
            <a:endParaRPr lang="de-AT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2"/>
          </p:nvPr>
        </p:nvSpPr>
        <p:spPr>
          <a:xfrm>
            <a:off x="0" y="9721850"/>
            <a:ext cx="3078163" cy="51276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AT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3"/>
          </p:nvPr>
        </p:nvSpPr>
        <p:spPr>
          <a:xfrm>
            <a:off x="4022725" y="9721850"/>
            <a:ext cx="3078163" cy="51276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C731D18-B53C-4622-9947-A3FBDDB0C9B1}" type="slidenum">
              <a:rPr lang="de-AT" smtClean="0"/>
              <a:t>‹#›</a:t>
            </a:fld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77117099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78163" cy="51276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AT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4022725" y="0"/>
            <a:ext cx="3078163" cy="51276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5E89DEF-C035-41A2-9AFE-A6026D4C04BE}" type="datetimeFigureOut">
              <a:rPr lang="de-AT" smtClean="0"/>
              <a:t>19.06.2025</a:t>
            </a:fld>
            <a:endParaRPr lang="de-AT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481013" y="1279525"/>
            <a:ext cx="6140450" cy="34544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AT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709613" y="4926013"/>
            <a:ext cx="5683250" cy="4029075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e-DE"/>
              <a:t>Textmasterformat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AT"/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9721850"/>
            <a:ext cx="3078163" cy="51276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AT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4022725" y="9721850"/>
            <a:ext cx="3078163" cy="51276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EF2A079-E7F8-4A78-8EEA-DD00A8D5DE37}" type="slidenum">
              <a:rPr lang="de-AT" smtClean="0"/>
              <a:t>‹#›</a:t>
            </a:fld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373724427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g34fd70fb37e_0_107:notes"/>
          <p:cNvSpPr>
            <a:spLocks noGrp="1" noRot="1" noChangeAspect="1"/>
          </p:cNvSpPr>
          <p:nvPr>
            <p:ph type="sldImg" idx="2"/>
          </p:nvPr>
        </p:nvSpPr>
        <p:spPr>
          <a:xfrm>
            <a:off x="481013" y="1279525"/>
            <a:ext cx="6140450" cy="34544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2" name="Google Shape;142;g34fd70fb37e_0_107:notes"/>
          <p:cNvSpPr txBox="1">
            <a:spLocks noGrp="1"/>
          </p:cNvSpPr>
          <p:nvPr>
            <p:ph type="body" idx="1"/>
          </p:nvPr>
        </p:nvSpPr>
        <p:spPr>
          <a:xfrm>
            <a:off x="709613" y="4926013"/>
            <a:ext cx="5683200" cy="40290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3" name="Google Shape;143;g34fd70fb37e_0_107:notes"/>
          <p:cNvSpPr txBox="1">
            <a:spLocks noGrp="1"/>
          </p:cNvSpPr>
          <p:nvPr>
            <p:ph type="sldNum" idx="12"/>
          </p:nvPr>
        </p:nvSpPr>
        <p:spPr>
          <a:xfrm>
            <a:off x="4022725" y="9721850"/>
            <a:ext cx="3078300" cy="512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af-ZA"/>
              <a:t>1</a:t>
            </a:fld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emf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emf"/><Relationship Id="rId2" Type="http://schemas.openxmlformats.org/officeDocument/2006/relationships/image" Target="../media/image4.emf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emf"/><Relationship Id="rId2" Type="http://schemas.openxmlformats.org/officeDocument/2006/relationships/image" Target="../media/image6.emf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emf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emf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JKU Log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afik 2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43373" y="1575534"/>
            <a:ext cx="7107871" cy="50325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7358241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JKU Logo weiss">
    <p:bg>
      <p:bgPr>
        <a:solidFill>
          <a:schemeClr val="accent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rafik 1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44979" y="1577096"/>
            <a:ext cx="7107380" cy="50322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9234220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el / Schluss mit Log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Grafik 4"/>
          <p:cNvPicPr>
            <a:picLocks noChangeAspect="1"/>
          </p:cNvPicPr>
          <p:nvPr userDrawn="1"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7455" t="15293" r="42710" b="38849"/>
          <a:stretch/>
        </p:blipFill>
        <p:spPr>
          <a:xfrm>
            <a:off x="304246" y="3236317"/>
            <a:ext cx="2520000" cy="2307271"/>
          </a:xfrm>
          <a:prstGeom prst="rect">
            <a:avLst/>
          </a:prstGeom>
        </p:spPr>
      </p:pic>
      <p:sp>
        <p:nvSpPr>
          <p:cNvPr id="3" name="Subtitle 2"/>
          <p:cNvSpPr>
            <a:spLocks noGrp="1"/>
          </p:cNvSpPr>
          <p:nvPr>
            <p:ph type="subTitle" idx="1" hasCustomPrompt="1"/>
          </p:nvPr>
        </p:nvSpPr>
        <p:spPr>
          <a:xfrm>
            <a:off x="485737" y="5412164"/>
            <a:ext cx="9216577" cy="731461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l">
              <a:spcBef>
                <a:spcPts val="0"/>
              </a:spcBef>
              <a:buNone/>
              <a:defRPr sz="1800" baseline="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 dirty="0"/>
              <a:t>Platz für Details und nächste Schritte.</a:t>
            </a:r>
            <a:endParaRPr lang="en-US" dirty="0"/>
          </a:p>
        </p:txBody>
      </p:sp>
      <p:sp>
        <p:nvSpPr>
          <p:cNvPr id="6" name="Titel 5"/>
          <p:cNvSpPr>
            <a:spLocks noGrp="1"/>
          </p:cNvSpPr>
          <p:nvPr>
            <p:ph type="title" hasCustomPrompt="1"/>
          </p:nvPr>
        </p:nvSpPr>
        <p:spPr>
          <a:xfrm>
            <a:off x="475590" y="1307110"/>
            <a:ext cx="9226724" cy="2009172"/>
          </a:xfrm>
        </p:spPr>
        <p:txBody>
          <a:bodyPr anchor="b" anchorCtr="0"/>
          <a:lstStyle>
            <a:lvl1pPr>
              <a:defRPr sz="4500" baseline="0"/>
            </a:lvl1pPr>
          </a:lstStyle>
          <a:p>
            <a:r>
              <a:rPr lang="de-DE" dirty="0"/>
              <a:t>Platz für </a:t>
            </a:r>
            <a:br>
              <a:rPr lang="de-DE" dirty="0"/>
            </a:br>
            <a:r>
              <a:rPr lang="de-DE" dirty="0"/>
              <a:t>den Titel.</a:t>
            </a:r>
            <a:endParaRPr lang="de-AT" dirty="0"/>
          </a:p>
        </p:txBody>
      </p:sp>
      <p:sp>
        <p:nvSpPr>
          <p:cNvPr id="7" name="Textfeld 6"/>
          <p:cNvSpPr txBox="1"/>
          <p:nvPr userDrawn="1"/>
        </p:nvSpPr>
        <p:spPr>
          <a:xfrm>
            <a:off x="10064678" y="5502229"/>
            <a:ext cx="1395661" cy="73353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ts val="1000"/>
              </a:lnSpc>
            </a:pPr>
            <a:r>
              <a:rPr lang="de-AT" sz="800" b="0" dirty="0">
                <a:solidFill>
                  <a:schemeClr val="tx1"/>
                </a:solidFill>
                <a:latin typeface="+mj-lt"/>
              </a:rPr>
              <a:t>JOHANNES</a:t>
            </a:r>
            <a:r>
              <a:rPr lang="de-AT" sz="800" b="0" baseline="0" dirty="0">
                <a:solidFill>
                  <a:schemeClr val="tx1"/>
                </a:solidFill>
                <a:latin typeface="+mj-lt"/>
              </a:rPr>
              <a:t> KEPLER UNIVERSITÄT LINZ</a:t>
            </a:r>
          </a:p>
          <a:p>
            <a:pPr>
              <a:lnSpc>
                <a:spcPts val="1000"/>
              </a:lnSpc>
            </a:pPr>
            <a:r>
              <a:rPr lang="de-AT" sz="800" b="0" baseline="0" dirty="0">
                <a:solidFill>
                  <a:schemeClr val="tx1"/>
                </a:solidFill>
                <a:latin typeface="+mn-lt"/>
              </a:rPr>
              <a:t>Altenberger Straße 69</a:t>
            </a:r>
          </a:p>
          <a:p>
            <a:pPr>
              <a:lnSpc>
                <a:spcPts val="1000"/>
              </a:lnSpc>
            </a:pPr>
            <a:r>
              <a:rPr lang="de-AT" sz="800" b="0" baseline="0" dirty="0">
                <a:solidFill>
                  <a:schemeClr val="tx1"/>
                </a:solidFill>
                <a:latin typeface="+mn-lt"/>
              </a:rPr>
              <a:t>4040 Linz, Österreich</a:t>
            </a:r>
          </a:p>
          <a:p>
            <a:pPr>
              <a:lnSpc>
                <a:spcPts val="1000"/>
              </a:lnSpc>
            </a:pPr>
            <a:r>
              <a:rPr lang="de-AT" sz="800" b="0" baseline="0" dirty="0">
                <a:solidFill>
                  <a:schemeClr val="tx1"/>
                </a:solidFill>
                <a:latin typeface="+mn-lt"/>
              </a:rPr>
              <a:t>jku.at</a:t>
            </a:r>
            <a:endParaRPr lang="de-AT" sz="800" b="0" dirty="0">
              <a:solidFill>
                <a:schemeClr val="tx1"/>
              </a:solidFill>
              <a:latin typeface="+mn-lt"/>
            </a:endParaRPr>
          </a:p>
        </p:txBody>
      </p:sp>
      <p:pic>
        <p:nvPicPr>
          <p:cNvPr id="9" name="Grafik 8"/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03708" y="556101"/>
            <a:ext cx="1929267" cy="1365970"/>
          </a:xfrm>
          <a:prstGeom prst="rect">
            <a:avLst/>
          </a:prstGeom>
        </p:spPr>
      </p:pic>
      <p:sp>
        <p:nvSpPr>
          <p:cNvPr id="14" name="Bildplatzhalter 9"/>
          <p:cNvSpPr>
            <a:spLocks noGrp="1"/>
          </p:cNvSpPr>
          <p:nvPr>
            <p:ph type="pic" sz="quarter" idx="10" hasCustomPrompt="1"/>
          </p:nvPr>
        </p:nvSpPr>
        <p:spPr>
          <a:xfrm>
            <a:off x="10151559" y="2516799"/>
            <a:ext cx="1468800" cy="1085721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buNone/>
              <a:defRPr sz="1400"/>
            </a:lvl1pPr>
          </a:lstStyle>
          <a:p>
            <a:r>
              <a:rPr lang="en-US" dirty="0" err="1"/>
              <a:t>Platz</a:t>
            </a:r>
            <a:r>
              <a:rPr lang="en-US" dirty="0"/>
              <a:t> </a:t>
            </a:r>
            <a:r>
              <a:rPr lang="en-US" dirty="0" err="1"/>
              <a:t>für</a:t>
            </a:r>
            <a:r>
              <a:rPr lang="en-US" dirty="0"/>
              <a:t> </a:t>
            </a:r>
            <a:r>
              <a:rPr lang="en-US" dirty="0" err="1"/>
              <a:t>ein</a:t>
            </a:r>
            <a:r>
              <a:rPr lang="en-US" dirty="0"/>
              <a:t> </a:t>
            </a:r>
            <a:r>
              <a:rPr lang="en-US" dirty="0" err="1"/>
              <a:t>Partnerlogo</a:t>
            </a:r>
            <a:endParaRPr lang="en-US" dirty="0"/>
          </a:p>
        </p:txBody>
      </p:sp>
      <p:sp>
        <p:nvSpPr>
          <p:cNvPr id="15" name="Bildplatzhalter 9"/>
          <p:cNvSpPr>
            <a:spLocks noGrp="1"/>
          </p:cNvSpPr>
          <p:nvPr>
            <p:ph type="pic" sz="quarter" idx="11" hasCustomPrompt="1"/>
          </p:nvPr>
        </p:nvSpPr>
        <p:spPr>
          <a:xfrm>
            <a:off x="10151745" y="4039231"/>
            <a:ext cx="1468800" cy="1085721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buNone/>
              <a:defRPr sz="1400"/>
            </a:lvl1pPr>
          </a:lstStyle>
          <a:p>
            <a:r>
              <a:rPr lang="en-US" dirty="0" err="1"/>
              <a:t>Platz</a:t>
            </a:r>
            <a:r>
              <a:rPr lang="en-US" dirty="0"/>
              <a:t> </a:t>
            </a:r>
            <a:r>
              <a:rPr lang="en-US" dirty="0" err="1"/>
              <a:t>für</a:t>
            </a:r>
            <a:r>
              <a:rPr lang="en-US" dirty="0"/>
              <a:t> </a:t>
            </a:r>
            <a:r>
              <a:rPr lang="en-US" dirty="0" err="1"/>
              <a:t>ein</a:t>
            </a:r>
            <a:r>
              <a:rPr lang="en-US" dirty="0"/>
              <a:t> </a:t>
            </a:r>
            <a:r>
              <a:rPr lang="en-US" dirty="0" err="1"/>
              <a:t>Partnerlogo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4427595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6244" userDrawn="1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el / Schluss mit Logo farbig">
    <p:bg>
      <p:bgPr>
        <a:solidFill>
          <a:schemeClr val="accent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 hasCustomPrompt="1"/>
          </p:nvPr>
        </p:nvSpPr>
        <p:spPr>
          <a:xfrm>
            <a:off x="485737" y="5412164"/>
            <a:ext cx="9212079" cy="721936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l">
              <a:spcBef>
                <a:spcPts val="0"/>
              </a:spcBef>
              <a:buNone/>
              <a:defRPr sz="1800" baseline="0">
                <a:solidFill>
                  <a:schemeClr val="bg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 dirty="0"/>
              <a:t>Platz für Details und nächste Schritte.</a:t>
            </a:r>
            <a:endParaRPr lang="en-US" dirty="0"/>
          </a:p>
        </p:txBody>
      </p:sp>
      <p:sp>
        <p:nvSpPr>
          <p:cNvPr id="6" name="Titel 5"/>
          <p:cNvSpPr>
            <a:spLocks noGrp="1"/>
          </p:cNvSpPr>
          <p:nvPr>
            <p:ph type="title" hasCustomPrompt="1"/>
          </p:nvPr>
        </p:nvSpPr>
        <p:spPr>
          <a:xfrm>
            <a:off x="475590" y="1307110"/>
            <a:ext cx="9222226" cy="2009172"/>
          </a:xfrm>
        </p:spPr>
        <p:txBody>
          <a:bodyPr anchor="b" anchorCtr="0"/>
          <a:lstStyle>
            <a:lvl1pPr>
              <a:defRPr sz="4500" baseline="0">
                <a:solidFill>
                  <a:schemeClr val="bg1"/>
                </a:solidFill>
              </a:defRPr>
            </a:lvl1pPr>
          </a:lstStyle>
          <a:p>
            <a:r>
              <a:rPr lang="de-DE" dirty="0"/>
              <a:t>Platz für </a:t>
            </a:r>
            <a:br>
              <a:rPr lang="de-DE" dirty="0"/>
            </a:br>
            <a:r>
              <a:rPr lang="de-DE" dirty="0"/>
              <a:t>den Titel.</a:t>
            </a:r>
            <a:endParaRPr lang="de-AT" dirty="0"/>
          </a:p>
        </p:txBody>
      </p:sp>
      <p:sp>
        <p:nvSpPr>
          <p:cNvPr id="7" name="Textfeld 6"/>
          <p:cNvSpPr txBox="1"/>
          <p:nvPr userDrawn="1"/>
        </p:nvSpPr>
        <p:spPr>
          <a:xfrm>
            <a:off x="10064678" y="5502229"/>
            <a:ext cx="1395661" cy="73353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ts val="1000"/>
              </a:lnSpc>
            </a:pPr>
            <a:r>
              <a:rPr lang="de-AT" sz="800" b="0" dirty="0">
                <a:solidFill>
                  <a:schemeClr val="bg1"/>
                </a:solidFill>
                <a:latin typeface="+mj-lt"/>
              </a:rPr>
              <a:t>JOHANNES</a:t>
            </a:r>
            <a:r>
              <a:rPr lang="de-AT" sz="800" b="0" baseline="0" dirty="0">
                <a:solidFill>
                  <a:schemeClr val="bg1"/>
                </a:solidFill>
                <a:latin typeface="+mj-lt"/>
              </a:rPr>
              <a:t> KEPLER UNIVERSITÄT LINZ</a:t>
            </a:r>
          </a:p>
          <a:p>
            <a:pPr>
              <a:lnSpc>
                <a:spcPts val="1000"/>
              </a:lnSpc>
            </a:pPr>
            <a:r>
              <a:rPr lang="de-AT" sz="800" b="0" baseline="0" dirty="0">
                <a:solidFill>
                  <a:schemeClr val="bg1"/>
                </a:solidFill>
                <a:latin typeface="+mn-lt"/>
              </a:rPr>
              <a:t>Altenberger Straße 69</a:t>
            </a:r>
          </a:p>
          <a:p>
            <a:pPr>
              <a:lnSpc>
                <a:spcPts val="1000"/>
              </a:lnSpc>
            </a:pPr>
            <a:r>
              <a:rPr lang="de-AT" sz="800" b="0" baseline="0" dirty="0">
                <a:solidFill>
                  <a:schemeClr val="bg1"/>
                </a:solidFill>
                <a:latin typeface="+mn-lt"/>
              </a:rPr>
              <a:t>4040 Linz, Österreich</a:t>
            </a:r>
          </a:p>
          <a:p>
            <a:pPr>
              <a:lnSpc>
                <a:spcPts val="1000"/>
              </a:lnSpc>
            </a:pPr>
            <a:r>
              <a:rPr lang="de-AT" sz="800" b="0" baseline="0" dirty="0">
                <a:solidFill>
                  <a:schemeClr val="bg1"/>
                </a:solidFill>
                <a:latin typeface="+mn-lt"/>
              </a:rPr>
              <a:t>jku.at</a:t>
            </a:r>
            <a:endParaRPr lang="de-AT" sz="800" b="0" dirty="0">
              <a:solidFill>
                <a:schemeClr val="bg1"/>
              </a:solidFill>
              <a:latin typeface="+mn-lt"/>
            </a:endParaRPr>
          </a:p>
        </p:txBody>
      </p:sp>
      <p:sp>
        <p:nvSpPr>
          <p:cNvPr id="14" name="Bildplatzhalter 9"/>
          <p:cNvSpPr>
            <a:spLocks noGrp="1"/>
          </p:cNvSpPr>
          <p:nvPr>
            <p:ph type="pic" sz="quarter" idx="10" hasCustomPrompt="1"/>
          </p:nvPr>
        </p:nvSpPr>
        <p:spPr>
          <a:xfrm>
            <a:off x="10151559" y="2514417"/>
            <a:ext cx="1468800" cy="1085721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buNone/>
              <a:defRPr sz="1400">
                <a:solidFill>
                  <a:schemeClr val="bg1"/>
                </a:solidFill>
              </a:defRPr>
            </a:lvl1pPr>
          </a:lstStyle>
          <a:p>
            <a:r>
              <a:rPr lang="en-US" dirty="0" err="1"/>
              <a:t>Platz</a:t>
            </a:r>
            <a:r>
              <a:rPr lang="en-US" dirty="0"/>
              <a:t> </a:t>
            </a:r>
            <a:r>
              <a:rPr lang="en-US" dirty="0" err="1"/>
              <a:t>für</a:t>
            </a:r>
            <a:r>
              <a:rPr lang="en-US" dirty="0"/>
              <a:t> </a:t>
            </a:r>
            <a:r>
              <a:rPr lang="en-US" dirty="0" err="1"/>
              <a:t>ein</a:t>
            </a:r>
            <a:r>
              <a:rPr lang="en-US" dirty="0"/>
              <a:t> </a:t>
            </a:r>
            <a:r>
              <a:rPr lang="en-US" dirty="0" err="1"/>
              <a:t>Partnerlogo</a:t>
            </a:r>
            <a:endParaRPr lang="en-US" dirty="0"/>
          </a:p>
        </p:txBody>
      </p:sp>
      <p:sp>
        <p:nvSpPr>
          <p:cNvPr id="15" name="Bildplatzhalter 9"/>
          <p:cNvSpPr>
            <a:spLocks noGrp="1"/>
          </p:cNvSpPr>
          <p:nvPr>
            <p:ph type="pic" sz="quarter" idx="11" hasCustomPrompt="1"/>
          </p:nvPr>
        </p:nvSpPr>
        <p:spPr>
          <a:xfrm>
            <a:off x="10151745" y="4039231"/>
            <a:ext cx="1468800" cy="1085721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buNone/>
              <a:defRPr sz="1400">
                <a:solidFill>
                  <a:schemeClr val="bg1"/>
                </a:solidFill>
              </a:defRPr>
            </a:lvl1pPr>
          </a:lstStyle>
          <a:p>
            <a:r>
              <a:rPr lang="en-US" dirty="0" err="1"/>
              <a:t>Platz</a:t>
            </a:r>
            <a:r>
              <a:rPr lang="en-US" dirty="0"/>
              <a:t> </a:t>
            </a:r>
            <a:r>
              <a:rPr lang="en-US" dirty="0" err="1"/>
              <a:t>für</a:t>
            </a:r>
            <a:r>
              <a:rPr lang="en-US" dirty="0"/>
              <a:t> </a:t>
            </a:r>
            <a:r>
              <a:rPr lang="en-US" dirty="0" err="1"/>
              <a:t>ein</a:t>
            </a:r>
            <a:r>
              <a:rPr lang="en-US" dirty="0"/>
              <a:t> </a:t>
            </a:r>
            <a:r>
              <a:rPr lang="en-US" dirty="0" err="1"/>
              <a:t>Partnerlogo</a:t>
            </a:r>
            <a:endParaRPr lang="en-US" dirty="0"/>
          </a:p>
        </p:txBody>
      </p:sp>
      <p:pic>
        <p:nvPicPr>
          <p:cNvPr id="18" name="Grafik 17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7071" y="3231115"/>
            <a:ext cx="2196000" cy="2196083"/>
          </a:xfrm>
          <a:prstGeom prst="rect">
            <a:avLst/>
          </a:prstGeom>
        </p:spPr>
      </p:pic>
      <p:pic>
        <p:nvPicPr>
          <p:cNvPr id="19" name="Grafik 18"/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699276" y="564434"/>
            <a:ext cx="1929147" cy="13658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3457293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6244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 hasCustomPrompt="1"/>
          </p:nvPr>
        </p:nvSpPr>
        <p:spPr>
          <a:xfrm>
            <a:off x="485736" y="5412164"/>
            <a:ext cx="11142383" cy="731461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l">
              <a:spcBef>
                <a:spcPts val="0"/>
              </a:spcBef>
              <a:buNone/>
              <a:defRPr sz="1800" baseline="0">
                <a:solidFill>
                  <a:schemeClr val="tx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 dirty="0"/>
              <a:t>Platz für Details und nächste Schritte.</a:t>
            </a:r>
            <a:endParaRPr lang="en-US" dirty="0"/>
          </a:p>
        </p:txBody>
      </p:sp>
      <p:sp>
        <p:nvSpPr>
          <p:cNvPr id="6" name="Titel 5"/>
          <p:cNvSpPr>
            <a:spLocks noGrp="1"/>
          </p:cNvSpPr>
          <p:nvPr>
            <p:ph type="title" hasCustomPrompt="1"/>
          </p:nvPr>
        </p:nvSpPr>
        <p:spPr>
          <a:xfrm>
            <a:off x="475590" y="1307110"/>
            <a:ext cx="11152530" cy="2009172"/>
          </a:xfrm>
        </p:spPr>
        <p:txBody>
          <a:bodyPr anchor="b" anchorCtr="0"/>
          <a:lstStyle>
            <a:lvl1pPr>
              <a:defRPr sz="4500" baseline="0">
                <a:solidFill>
                  <a:schemeClr val="tx1"/>
                </a:solidFill>
              </a:defRPr>
            </a:lvl1pPr>
          </a:lstStyle>
          <a:p>
            <a:r>
              <a:rPr lang="de-DE" dirty="0"/>
              <a:t>Platz für </a:t>
            </a:r>
            <a:br>
              <a:rPr lang="de-DE" dirty="0"/>
            </a:br>
            <a:r>
              <a:rPr lang="de-DE" dirty="0"/>
              <a:t>den Titel.</a:t>
            </a:r>
            <a:endParaRPr lang="de-AT" dirty="0"/>
          </a:p>
        </p:txBody>
      </p:sp>
      <p:pic>
        <p:nvPicPr>
          <p:cNvPr id="13" name="Grafik 12"/>
          <p:cNvPicPr>
            <a:picLocks noChangeAspect="1"/>
          </p:cNvPicPr>
          <p:nvPr userDrawn="1"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7455" t="15293" r="42710" b="38849"/>
          <a:stretch/>
        </p:blipFill>
        <p:spPr>
          <a:xfrm>
            <a:off x="304246" y="3236317"/>
            <a:ext cx="2520000" cy="2307271"/>
          </a:xfrm>
          <a:prstGeom prst="rect">
            <a:avLst/>
          </a:prstGeom>
        </p:spPr>
      </p:pic>
      <p:sp>
        <p:nvSpPr>
          <p:cNvPr id="11" name="Datumsplatzhalter 10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AT"/>
              <a:t>16.10.2015</a:t>
            </a:r>
            <a:endParaRPr lang="en-US" dirty="0"/>
          </a:p>
        </p:txBody>
      </p:sp>
      <p:sp>
        <p:nvSpPr>
          <p:cNvPr id="14" name="Fußzeilenplatzhalter 1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Platz für Autor und LVA-Nummer</a:t>
            </a:r>
            <a:endParaRPr lang="en-US" dirty="0"/>
          </a:p>
        </p:txBody>
      </p:sp>
      <p:sp>
        <p:nvSpPr>
          <p:cNvPr id="15" name="Foliennummernplatzhalter 1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F3185B-C653-42AE-8B74-FF214C29157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0924065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6244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farbi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hteck 1"/>
          <p:cNvSpPr/>
          <p:nvPr userDrawn="1"/>
        </p:nvSpPr>
        <p:spPr>
          <a:xfrm>
            <a:off x="0" y="0"/>
            <a:ext cx="12192000" cy="6143625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" name="Subtitle 2"/>
          <p:cNvSpPr>
            <a:spLocks noGrp="1"/>
          </p:cNvSpPr>
          <p:nvPr>
            <p:ph type="subTitle" idx="1" hasCustomPrompt="1"/>
          </p:nvPr>
        </p:nvSpPr>
        <p:spPr>
          <a:xfrm>
            <a:off x="485736" y="5412164"/>
            <a:ext cx="11142383" cy="731461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l">
              <a:spcBef>
                <a:spcPts val="0"/>
              </a:spcBef>
              <a:buNone/>
              <a:defRPr sz="1800" baseline="0">
                <a:solidFill>
                  <a:schemeClr val="bg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 dirty="0"/>
              <a:t>Platz für Details und nächste Schritte.</a:t>
            </a:r>
            <a:endParaRPr lang="en-US" dirty="0"/>
          </a:p>
        </p:txBody>
      </p:sp>
      <p:sp>
        <p:nvSpPr>
          <p:cNvPr id="6" name="Titel 5"/>
          <p:cNvSpPr>
            <a:spLocks noGrp="1"/>
          </p:cNvSpPr>
          <p:nvPr>
            <p:ph type="title" hasCustomPrompt="1"/>
          </p:nvPr>
        </p:nvSpPr>
        <p:spPr>
          <a:xfrm>
            <a:off x="475590" y="1307110"/>
            <a:ext cx="11152530" cy="2009172"/>
          </a:xfrm>
        </p:spPr>
        <p:txBody>
          <a:bodyPr anchor="b" anchorCtr="0"/>
          <a:lstStyle>
            <a:lvl1pPr>
              <a:defRPr sz="4500" baseline="0">
                <a:solidFill>
                  <a:schemeClr val="bg1"/>
                </a:solidFill>
              </a:defRPr>
            </a:lvl1pPr>
          </a:lstStyle>
          <a:p>
            <a:r>
              <a:rPr lang="de-DE" dirty="0"/>
              <a:t>Platz für </a:t>
            </a:r>
            <a:br>
              <a:rPr lang="de-DE" dirty="0"/>
            </a:br>
            <a:r>
              <a:rPr lang="de-DE" dirty="0"/>
              <a:t>den Titel.</a:t>
            </a:r>
            <a:endParaRPr lang="de-AT" dirty="0"/>
          </a:p>
        </p:txBody>
      </p:sp>
      <p:pic>
        <p:nvPicPr>
          <p:cNvPr id="18" name="Grafik 17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7071" y="3231115"/>
            <a:ext cx="2196000" cy="2196083"/>
          </a:xfrm>
          <a:prstGeom prst="rect">
            <a:avLst/>
          </a:prstGeom>
        </p:spPr>
      </p:pic>
      <p:sp>
        <p:nvSpPr>
          <p:cNvPr id="13" name="Datumsplatzhalter 1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AT"/>
              <a:t>16.10.2015</a:t>
            </a:r>
            <a:endParaRPr lang="en-US" dirty="0"/>
          </a:p>
        </p:txBody>
      </p:sp>
      <p:sp>
        <p:nvSpPr>
          <p:cNvPr id="20" name="Fußzeilenplatzhalter 19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Platz für Autor und LVA-Nummer</a:t>
            </a:r>
            <a:endParaRPr lang="en-US" dirty="0"/>
          </a:p>
        </p:txBody>
      </p:sp>
      <p:sp>
        <p:nvSpPr>
          <p:cNvPr id="21" name="Foliennummernplatzhalter 20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F3185B-C653-42AE-8B74-FF214C29157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5147160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6244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Übersicht Kooperatione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Bildplatzhalter 6"/>
          <p:cNvSpPr>
            <a:spLocks noGrp="1"/>
          </p:cNvSpPr>
          <p:nvPr>
            <p:ph type="pic" sz="quarter" idx="13" hasCustomPrompt="1"/>
          </p:nvPr>
        </p:nvSpPr>
        <p:spPr>
          <a:xfrm>
            <a:off x="8241458" y="1721189"/>
            <a:ext cx="3384000" cy="1270800"/>
          </a:xfrm>
          <a:prstGeom prst="rect">
            <a:avLst/>
          </a:prstGeom>
        </p:spPr>
        <p:txBody>
          <a:bodyPr>
            <a:normAutofit/>
          </a:bodyPr>
          <a:lstStyle>
            <a:lvl1pPr marL="0" marR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600"/>
            </a:lvl1pPr>
          </a:lstStyle>
          <a:p>
            <a:r>
              <a:rPr lang="de-AT" dirty="0"/>
              <a:t>Platz für ein Partnerlogo</a:t>
            </a:r>
            <a:endParaRPr lang="en-US" dirty="0"/>
          </a:p>
          <a:p>
            <a:endParaRPr lang="en-US" dirty="0"/>
          </a:p>
        </p:txBody>
      </p:sp>
      <p:sp>
        <p:nvSpPr>
          <p:cNvPr id="10" name="Bildplatzhalter 6"/>
          <p:cNvSpPr>
            <a:spLocks noGrp="1"/>
          </p:cNvSpPr>
          <p:nvPr>
            <p:ph type="pic" sz="quarter" idx="16" hasCustomPrompt="1"/>
          </p:nvPr>
        </p:nvSpPr>
        <p:spPr>
          <a:xfrm>
            <a:off x="574656" y="1721189"/>
            <a:ext cx="3384000" cy="1270800"/>
          </a:xfrm>
          <a:prstGeom prst="rect">
            <a:avLst/>
          </a:prstGeom>
        </p:spPr>
        <p:txBody>
          <a:bodyPr>
            <a:normAutofit/>
          </a:bodyPr>
          <a:lstStyle>
            <a:lvl1pPr marL="0" marR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600"/>
            </a:lvl1pPr>
          </a:lstStyle>
          <a:p>
            <a:r>
              <a:rPr lang="de-AT" dirty="0"/>
              <a:t>Platz für ein Partnerlogo</a:t>
            </a:r>
            <a:endParaRPr lang="en-US" dirty="0"/>
          </a:p>
          <a:p>
            <a:endParaRPr lang="en-US" dirty="0"/>
          </a:p>
        </p:txBody>
      </p:sp>
      <p:sp>
        <p:nvSpPr>
          <p:cNvPr id="11" name="Bildplatzhalter 6"/>
          <p:cNvSpPr>
            <a:spLocks noGrp="1"/>
          </p:cNvSpPr>
          <p:nvPr>
            <p:ph type="pic" sz="quarter" idx="17" hasCustomPrompt="1"/>
          </p:nvPr>
        </p:nvSpPr>
        <p:spPr>
          <a:xfrm>
            <a:off x="4407277" y="1720152"/>
            <a:ext cx="3384000" cy="1270800"/>
          </a:xfrm>
          <a:prstGeom prst="rect">
            <a:avLst/>
          </a:prstGeom>
        </p:spPr>
        <p:txBody>
          <a:bodyPr>
            <a:normAutofit/>
          </a:bodyPr>
          <a:lstStyle>
            <a:lvl1pPr marL="0" marR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600"/>
            </a:lvl1pPr>
          </a:lstStyle>
          <a:p>
            <a:r>
              <a:rPr lang="de-AT" dirty="0"/>
              <a:t>Platz für ein Partnerlogo</a:t>
            </a:r>
            <a:endParaRPr lang="en-US" dirty="0"/>
          </a:p>
          <a:p>
            <a:endParaRPr lang="en-US" dirty="0"/>
          </a:p>
        </p:txBody>
      </p:sp>
      <p:sp>
        <p:nvSpPr>
          <p:cNvPr id="3" name="Titel 2"/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de-DE" dirty="0"/>
              <a:t>In Kooperation mit.</a:t>
            </a:r>
          </a:p>
        </p:txBody>
      </p:sp>
      <p:sp>
        <p:nvSpPr>
          <p:cNvPr id="19" name="Bildplatzhalter 6"/>
          <p:cNvSpPr>
            <a:spLocks noGrp="1"/>
          </p:cNvSpPr>
          <p:nvPr>
            <p:ph type="pic" sz="quarter" idx="26" hasCustomPrompt="1"/>
          </p:nvPr>
        </p:nvSpPr>
        <p:spPr>
          <a:xfrm>
            <a:off x="8241458" y="3291327"/>
            <a:ext cx="3384000" cy="1270800"/>
          </a:xfrm>
          <a:prstGeom prst="rect">
            <a:avLst/>
          </a:prstGeom>
        </p:spPr>
        <p:txBody>
          <a:bodyPr>
            <a:normAutofit/>
          </a:bodyPr>
          <a:lstStyle>
            <a:lvl1pPr marL="0" marR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600"/>
            </a:lvl1pPr>
          </a:lstStyle>
          <a:p>
            <a:r>
              <a:rPr lang="de-AT" dirty="0"/>
              <a:t>Platz für ein Partnerlogo</a:t>
            </a:r>
            <a:endParaRPr lang="en-US" dirty="0"/>
          </a:p>
          <a:p>
            <a:endParaRPr lang="en-US" dirty="0"/>
          </a:p>
        </p:txBody>
      </p:sp>
      <p:sp>
        <p:nvSpPr>
          <p:cNvPr id="21" name="Bildplatzhalter 6"/>
          <p:cNvSpPr>
            <a:spLocks noGrp="1"/>
          </p:cNvSpPr>
          <p:nvPr>
            <p:ph type="pic" sz="quarter" idx="27" hasCustomPrompt="1"/>
          </p:nvPr>
        </p:nvSpPr>
        <p:spPr>
          <a:xfrm>
            <a:off x="574656" y="3291327"/>
            <a:ext cx="3384000" cy="1270800"/>
          </a:xfrm>
          <a:prstGeom prst="rect">
            <a:avLst/>
          </a:prstGeom>
        </p:spPr>
        <p:txBody>
          <a:bodyPr>
            <a:normAutofit/>
          </a:bodyPr>
          <a:lstStyle>
            <a:lvl1pPr marL="0" marR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600"/>
            </a:lvl1pPr>
          </a:lstStyle>
          <a:p>
            <a:r>
              <a:rPr lang="de-AT" dirty="0"/>
              <a:t>Platz für ein Partnerlogo</a:t>
            </a:r>
            <a:endParaRPr lang="en-US" dirty="0"/>
          </a:p>
          <a:p>
            <a:endParaRPr lang="en-US" dirty="0"/>
          </a:p>
        </p:txBody>
      </p:sp>
      <p:sp>
        <p:nvSpPr>
          <p:cNvPr id="22" name="Bildplatzhalter 6"/>
          <p:cNvSpPr>
            <a:spLocks noGrp="1"/>
          </p:cNvSpPr>
          <p:nvPr>
            <p:ph type="pic" sz="quarter" idx="28" hasCustomPrompt="1"/>
          </p:nvPr>
        </p:nvSpPr>
        <p:spPr>
          <a:xfrm>
            <a:off x="4407277" y="3290290"/>
            <a:ext cx="3384000" cy="1270800"/>
          </a:xfrm>
          <a:prstGeom prst="rect">
            <a:avLst/>
          </a:prstGeom>
        </p:spPr>
        <p:txBody>
          <a:bodyPr>
            <a:normAutofit/>
          </a:bodyPr>
          <a:lstStyle>
            <a:lvl1pPr marL="0" marR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600"/>
            </a:lvl1pPr>
          </a:lstStyle>
          <a:p>
            <a:r>
              <a:rPr lang="de-AT" dirty="0"/>
              <a:t>Platz für ein Partnerlogo</a:t>
            </a:r>
            <a:endParaRPr lang="en-US" dirty="0"/>
          </a:p>
          <a:p>
            <a:endParaRPr lang="en-US" dirty="0"/>
          </a:p>
        </p:txBody>
      </p:sp>
      <p:sp>
        <p:nvSpPr>
          <p:cNvPr id="23" name="Bildplatzhalter 6"/>
          <p:cNvSpPr>
            <a:spLocks noGrp="1"/>
          </p:cNvSpPr>
          <p:nvPr>
            <p:ph type="pic" sz="quarter" idx="29" hasCustomPrompt="1"/>
          </p:nvPr>
        </p:nvSpPr>
        <p:spPr>
          <a:xfrm>
            <a:off x="8246376" y="4867487"/>
            <a:ext cx="3384000" cy="1270800"/>
          </a:xfrm>
          <a:prstGeom prst="rect">
            <a:avLst/>
          </a:prstGeom>
        </p:spPr>
        <p:txBody>
          <a:bodyPr>
            <a:normAutofit/>
          </a:bodyPr>
          <a:lstStyle>
            <a:lvl1pPr marL="0" marR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600"/>
            </a:lvl1pPr>
          </a:lstStyle>
          <a:p>
            <a:r>
              <a:rPr lang="de-AT" dirty="0"/>
              <a:t>Platz für ein Partnerlogo</a:t>
            </a:r>
            <a:endParaRPr lang="en-US" dirty="0"/>
          </a:p>
          <a:p>
            <a:endParaRPr lang="en-US" dirty="0"/>
          </a:p>
        </p:txBody>
      </p:sp>
      <p:sp>
        <p:nvSpPr>
          <p:cNvPr id="24" name="Bildplatzhalter 6"/>
          <p:cNvSpPr>
            <a:spLocks noGrp="1"/>
          </p:cNvSpPr>
          <p:nvPr>
            <p:ph type="pic" sz="quarter" idx="30" hasCustomPrompt="1"/>
          </p:nvPr>
        </p:nvSpPr>
        <p:spPr>
          <a:xfrm>
            <a:off x="579574" y="4867487"/>
            <a:ext cx="3384000" cy="1270800"/>
          </a:xfrm>
          <a:prstGeom prst="rect">
            <a:avLst/>
          </a:prstGeom>
        </p:spPr>
        <p:txBody>
          <a:bodyPr>
            <a:normAutofit/>
          </a:bodyPr>
          <a:lstStyle>
            <a:lvl1pPr marL="0" marR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600"/>
            </a:lvl1pPr>
          </a:lstStyle>
          <a:p>
            <a:r>
              <a:rPr lang="de-AT" dirty="0"/>
              <a:t>Platz für ein Partnerlogo</a:t>
            </a:r>
            <a:endParaRPr lang="en-US" dirty="0"/>
          </a:p>
          <a:p>
            <a:endParaRPr lang="en-US" dirty="0"/>
          </a:p>
        </p:txBody>
      </p:sp>
      <p:sp>
        <p:nvSpPr>
          <p:cNvPr id="25" name="Bildplatzhalter 6"/>
          <p:cNvSpPr>
            <a:spLocks noGrp="1"/>
          </p:cNvSpPr>
          <p:nvPr>
            <p:ph type="pic" sz="quarter" idx="31" hasCustomPrompt="1"/>
          </p:nvPr>
        </p:nvSpPr>
        <p:spPr>
          <a:xfrm>
            <a:off x="4412195" y="4866450"/>
            <a:ext cx="3384000" cy="1270800"/>
          </a:xfrm>
          <a:prstGeom prst="rect">
            <a:avLst/>
          </a:prstGeom>
        </p:spPr>
        <p:txBody>
          <a:bodyPr>
            <a:normAutofit/>
          </a:bodyPr>
          <a:lstStyle>
            <a:lvl1pPr marL="0" marR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600"/>
            </a:lvl1pPr>
          </a:lstStyle>
          <a:p>
            <a:r>
              <a:rPr lang="de-AT" dirty="0"/>
              <a:t>Platz für ein Partnerlogo</a:t>
            </a:r>
            <a:endParaRPr lang="en-US" dirty="0"/>
          </a:p>
          <a:p>
            <a:endParaRPr lang="en-US" dirty="0"/>
          </a:p>
        </p:txBody>
      </p:sp>
      <p:sp>
        <p:nvSpPr>
          <p:cNvPr id="30" name="Datumsplatzhalter 29"/>
          <p:cNvSpPr>
            <a:spLocks noGrp="1"/>
          </p:cNvSpPr>
          <p:nvPr>
            <p:ph type="dt" sz="half" idx="32"/>
          </p:nvPr>
        </p:nvSpPr>
        <p:spPr/>
        <p:txBody>
          <a:bodyPr/>
          <a:lstStyle/>
          <a:p>
            <a:r>
              <a:rPr lang="de-AT"/>
              <a:t>16.10.2015</a:t>
            </a:r>
            <a:endParaRPr lang="en-US" dirty="0"/>
          </a:p>
        </p:txBody>
      </p:sp>
      <p:sp>
        <p:nvSpPr>
          <p:cNvPr id="31" name="Fußzeilenplatzhalter 30"/>
          <p:cNvSpPr>
            <a:spLocks noGrp="1"/>
          </p:cNvSpPr>
          <p:nvPr>
            <p:ph type="ftr" sz="quarter" idx="33"/>
          </p:nvPr>
        </p:nvSpPr>
        <p:spPr/>
        <p:txBody>
          <a:bodyPr/>
          <a:lstStyle/>
          <a:p>
            <a:r>
              <a:rPr lang="en-US"/>
              <a:t>Platz für Autor und LVA-Nummer</a:t>
            </a:r>
            <a:endParaRPr lang="en-US" dirty="0"/>
          </a:p>
        </p:txBody>
      </p:sp>
      <p:sp>
        <p:nvSpPr>
          <p:cNvPr id="32" name="Foliennummernplatzhalter 31"/>
          <p:cNvSpPr>
            <a:spLocks noGrp="1"/>
          </p:cNvSpPr>
          <p:nvPr>
            <p:ph type="sldNum" sz="quarter" idx="34"/>
          </p:nvPr>
        </p:nvSpPr>
        <p:spPr/>
        <p:txBody>
          <a:bodyPr/>
          <a:lstStyle/>
          <a:p>
            <a:fld id="{68F3185B-C653-42AE-8B74-FF214C29157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7456161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566" userDrawn="1">
          <p15:clr>
            <a:srgbClr val="FBAE40"/>
          </p15:clr>
        </p15:guide>
        <p15:guide id="2" pos="544" userDrawn="1">
          <p15:clr>
            <a:srgbClr val="FBAE40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Übersic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platzhalter 8"/>
          <p:cNvSpPr>
            <a:spLocks noGrp="1"/>
          </p:cNvSpPr>
          <p:nvPr>
            <p:ph type="body" sz="quarter" idx="13" hasCustomPrompt="1"/>
          </p:nvPr>
        </p:nvSpPr>
        <p:spPr>
          <a:xfrm>
            <a:off x="623093" y="636613"/>
            <a:ext cx="10845364" cy="5499267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5000"/>
              </a:lnSpc>
              <a:spcBef>
                <a:spcPts val="1600"/>
              </a:spcBef>
              <a:buFontTx/>
              <a:buNone/>
              <a:defRPr sz="1700" baseline="0">
                <a:latin typeface="+mj-lt"/>
              </a:defRPr>
            </a:lvl1pPr>
            <a:lvl2pPr marL="285750" indent="-285750">
              <a:lnSpc>
                <a:spcPct val="105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500"/>
            </a:lvl2pPr>
          </a:lstStyle>
          <a:p>
            <a:pPr lvl="0"/>
            <a:r>
              <a:rPr lang="de-DE" dirty="0"/>
              <a:t>Kapitel 1</a:t>
            </a:r>
          </a:p>
          <a:p>
            <a:pPr lvl="1"/>
            <a:r>
              <a:rPr lang="de-DE" dirty="0"/>
              <a:t>Unterkapitel 1</a:t>
            </a:r>
          </a:p>
          <a:p>
            <a:pPr lvl="1"/>
            <a:r>
              <a:rPr lang="de-DE" dirty="0"/>
              <a:t>Unterkapitel 2</a:t>
            </a:r>
          </a:p>
          <a:p>
            <a:pPr lvl="0"/>
            <a:r>
              <a:rPr lang="de-DE" dirty="0"/>
              <a:t>Kapitel 2</a:t>
            </a:r>
          </a:p>
          <a:p>
            <a:pPr lvl="1"/>
            <a:r>
              <a:rPr lang="de-DE" dirty="0"/>
              <a:t>Unterkapitel 1</a:t>
            </a:r>
          </a:p>
          <a:p>
            <a:pPr lvl="1"/>
            <a:r>
              <a:rPr lang="de-DE" dirty="0"/>
              <a:t>Unterkapitel 2</a:t>
            </a:r>
          </a:p>
          <a:p>
            <a:pPr lvl="0"/>
            <a:r>
              <a:rPr lang="de-DE" dirty="0"/>
              <a:t>Kapitel 3</a:t>
            </a:r>
          </a:p>
          <a:p>
            <a:pPr lvl="1"/>
            <a:r>
              <a:rPr lang="de-DE" dirty="0"/>
              <a:t>Unterkapitel 1</a:t>
            </a:r>
          </a:p>
          <a:p>
            <a:pPr lvl="1"/>
            <a:r>
              <a:rPr lang="de-DE" dirty="0"/>
              <a:t>Unterkapitel 2</a:t>
            </a:r>
          </a:p>
          <a:p>
            <a:pPr lvl="0"/>
            <a:r>
              <a:rPr lang="de-DE" dirty="0"/>
              <a:t>Kapitel 4</a:t>
            </a:r>
          </a:p>
          <a:p>
            <a:pPr lvl="1"/>
            <a:r>
              <a:rPr lang="de-DE" dirty="0"/>
              <a:t>Unterkapitel 1</a:t>
            </a:r>
          </a:p>
          <a:p>
            <a:pPr lvl="1"/>
            <a:r>
              <a:rPr lang="de-DE" dirty="0"/>
              <a:t>Unterkapitel 2</a:t>
            </a:r>
          </a:p>
          <a:p>
            <a:pPr lvl="0"/>
            <a:r>
              <a:rPr lang="de-DE" dirty="0"/>
              <a:t>Kapitel 5</a:t>
            </a:r>
          </a:p>
          <a:p>
            <a:pPr lvl="1"/>
            <a:r>
              <a:rPr lang="de-DE" dirty="0"/>
              <a:t>Unterkapitel 1</a:t>
            </a:r>
          </a:p>
          <a:p>
            <a:pPr lvl="1"/>
            <a:r>
              <a:rPr lang="de-DE" dirty="0"/>
              <a:t>Unterkapitel 2</a:t>
            </a:r>
          </a:p>
          <a:p>
            <a:pPr lvl="1"/>
            <a:endParaRPr lang="de-DE" dirty="0"/>
          </a:p>
        </p:txBody>
      </p:sp>
      <p:sp>
        <p:nvSpPr>
          <p:cNvPr id="2" name="Datumsplatzhalter 1"/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r>
              <a:rPr lang="de-AT"/>
              <a:t>16.10.2015</a:t>
            </a:r>
            <a:endParaRPr lang="en-US" dirty="0"/>
          </a:p>
        </p:txBody>
      </p:sp>
      <p:sp>
        <p:nvSpPr>
          <p:cNvPr id="3" name="Fußzeilenplatzhalter 2"/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US"/>
              <a:t>Platz für Autor und LVA-Nummer</a:t>
            </a:r>
            <a:endParaRPr lang="en-US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68F3185B-C653-42AE-8B74-FF214C29157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9071712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agebild, schwarz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Bildplatzhalter 6"/>
          <p:cNvSpPr>
            <a:spLocks noGrp="1"/>
          </p:cNvSpPr>
          <p:nvPr>
            <p:ph type="pic" sz="quarter" idx="13"/>
          </p:nvPr>
        </p:nvSpPr>
        <p:spPr>
          <a:xfrm>
            <a:off x="0" y="0"/>
            <a:ext cx="12192000" cy="6154057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de-DE"/>
              <a:t>Bild durch Klicken auf Symbol hinzufügen</a:t>
            </a:r>
            <a:endParaRPr lang="en-US" dirty="0"/>
          </a:p>
        </p:txBody>
      </p:sp>
      <p:sp>
        <p:nvSpPr>
          <p:cNvPr id="5" name="Titel 4"/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de-DE" dirty="0"/>
              <a:t>Platz für</a:t>
            </a:r>
            <a:br>
              <a:rPr lang="de-DE" dirty="0"/>
            </a:br>
            <a:r>
              <a:rPr lang="de-DE" dirty="0"/>
              <a:t>Titel und großes Imagebild.</a:t>
            </a:r>
            <a:endParaRPr lang="de-AT" dirty="0"/>
          </a:p>
        </p:txBody>
      </p:sp>
      <p:sp>
        <p:nvSpPr>
          <p:cNvPr id="6" name="Datumsplatzhalter 5"/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r>
              <a:rPr lang="de-AT"/>
              <a:t>16.10.2015</a:t>
            </a:r>
            <a:endParaRPr lang="en-US" dirty="0"/>
          </a:p>
        </p:txBody>
      </p:sp>
      <p:sp>
        <p:nvSpPr>
          <p:cNvPr id="8" name="Fußzeilenplatzhalter 7"/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US"/>
              <a:t>Platz für Autor und LVA-Nummer</a:t>
            </a:r>
            <a:endParaRPr lang="en-US" dirty="0"/>
          </a:p>
        </p:txBody>
      </p:sp>
      <p:sp>
        <p:nvSpPr>
          <p:cNvPr id="9" name="Foliennummernplatzhalter 8"/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68F3185B-C653-42AE-8B74-FF214C29157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4494285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agebild, weiß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Bildplatzhalter 6"/>
          <p:cNvSpPr>
            <a:spLocks noGrp="1"/>
          </p:cNvSpPr>
          <p:nvPr>
            <p:ph type="pic" sz="quarter" idx="13"/>
          </p:nvPr>
        </p:nvSpPr>
        <p:spPr>
          <a:xfrm>
            <a:off x="0" y="0"/>
            <a:ext cx="12192000" cy="615315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de-DE"/>
              <a:t>Bild durch Klicken auf Symbol hinzufügen</a:t>
            </a:r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 baseline="0">
                <a:solidFill>
                  <a:schemeClr val="bg1"/>
                </a:solidFill>
              </a:defRPr>
            </a:lvl1pPr>
          </a:lstStyle>
          <a:p>
            <a:r>
              <a:rPr lang="de-DE" dirty="0"/>
              <a:t>Platz für</a:t>
            </a:r>
            <a:br>
              <a:rPr lang="de-DE" dirty="0"/>
            </a:br>
            <a:r>
              <a:rPr lang="de-DE" dirty="0"/>
              <a:t>Titel und großes Imagebild</a:t>
            </a:r>
            <a:endParaRPr lang="en-US" dirty="0"/>
          </a:p>
        </p:txBody>
      </p:sp>
      <p:sp>
        <p:nvSpPr>
          <p:cNvPr id="3" name="Datumsplatzhalter 2"/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r>
              <a:rPr lang="de-AT"/>
              <a:t>16.10.2015</a:t>
            </a:r>
            <a:endParaRPr lang="en-US" dirty="0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US"/>
              <a:t>Platz für Autor und LVA-Nummer</a:t>
            </a:r>
            <a:endParaRPr lang="en-US" dirty="0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68F3185B-C653-42AE-8B74-FF214C29157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2690185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 baseline="0"/>
            </a:lvl1pPr>
          </a:lstStyle>
          <a:p>
            <a:r>
              <a:rPr lang="de-DE" dirty="0"/>
              <a:t>Platz für</a:t>
            </a:r>
            <a:br>
              <a:rPr lang="de-DE" dirty="0"/>
            </a:br>
            <a:r>
              <a:rPr lang="de-DE" dirty="0"/>
              <a:t>Titel und Text.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1542" y="1621584"/>
            <a:ext cx="11139784" cy="4516749"/>
          </a:xfrm>
          <a:prstGeom prst="rect">
            <a:avLst/>
          </a:prstGeo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8" name="Textplatzhalter 5"/>
          <p:cNvSpPr>
            <a:spLocks noGrp="1"/>
          </p:cNvSpPr>
          <p:nvPr>
            <p:ph type="body" sz="quarter" idx="25" hasCustomPrompt="1"/>
          </p:nvPr>
        </p:nvSpPr>
        <p:spPr>
          <a:xfrm>
            <a:off x="471542" y="5858820"/>
            <a:ext cx="11139784" cy="278127"/>
          </a:xfrm>
          <a:prstGeom prst="rect">
            <a:avLst/>
          </a:prstGeom>
        </p:spPr>
        <p:txBody>
          <a:bodyPr anchor="b">
            <a:noAutofit/>
          </a:bodyPr>
          <a:lstStyle>
            <a:lvl1pPr marL="0" indent="0">
              <a:lnSpc>
                <a:spcPct val="83000"/>
              </a:lnSpc>
              <a:buNone/>
              <a:defRPr sz="800" b="0">
                <a:latin typeface="+mn-lt"/>
              </a:defRPr>
            </a:lvl1pPr>
            <a:lvl2pPr marL="198000" indent="0">
              <a:lnSpc>
                <a:spcPts val="1000"/>
              </a:lnSpc>
              <a:buNone/>
              <a:defRPr sz="750"/>
            </a:lvl2pPr>
            <a:lvl3pPr marL="396000" indent="0">
              <a:lnSpc>
                <a:spcPts val="1000"/>
              </a:lnSpc>
              <a:buNone/>
              <a:defRPr sz="750"/>
            </a:lvl3pPr>
            <a:lvl4pPr marL="594000" indent="0">
              <a:lnSpc>
                <a:spcPts val="1000"/>
              </a:lnSpc>
              <a:buNone/>
              <a:defRPr sz="750"/>
            </a:lvl4pPr>
            <a:lvl5pPr marL="792000" indent="0">
              <a:lnSpc>
                <a:spcPts val="1000"/>
              </a:lnSpc>
              <a:buNone/>
              <a:defRPr sz="750"/>
            </a:lvl5pPr>
          </a:lstStyle>
          <a:p>
            <a:pPr lvl="0"/>
            <a:r>
              <a:rPr lang="de-DE" dirty="0"/>
              <a:t>Quelle: Textmasterformat bearbeiten</a:t>
            </a:r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26"/>
          </p:nvPr>
        </p:nvSpPr>
        <p:spPr/>
        <p:txBody>
          <a:bodyPr/>
          <a:lstStyle/>
          <a:p>
            <a:r>
              <a:rPr lang="de-AT"/>
              <a:t>16.10.2015</a:t>
            </a:r>
            <a:endParaRPr lang="en-US" dirty="0"/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27"/>
          </p:nvPr>
        </p:nvSpPr>
        <p:spPr/>
        <p:txBody>
          <a:bodyPr/>
          <a:lstStyle/>
          <a:p>
            <a:r>
              <a:rPr lang="en-US"/>
              <a:t>Platz für Autor und LVA-Nummer</a:t>
            </a:r>
            <a:endParaRPr lang="en-US" dirty="0"/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28"/>
          </p:nvPr>
        </p:nvSpPr>
        <p:spPr/>
        <p:txBody>
          <a:bodyPr/>
          <a:lstStyle/>
          <a:p>
            <a:fld id="{68F3185B-C653-42AE-8B74-FF214C29157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6499364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Vergleich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de-DE" dirty="0"/>
              <a:t>Platz für</a:t>
            </a:r>
            <a:br>
              <a:rPr lang="de-DE" dirty="0"/>
            </a:br>
            <a:r>
              <a:rPr lang="de-DE" dirty="0"/>
              <a:t>Titel und Vergleich.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76843" y="1639640"/>
            <a:ext cx="5399024" cy="4513510"/>
          </a:xfrm>
          <a:prstGeom prst="rect">
            <a:avLst/>
          </a:prstGeo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12918" y="1638582"/>
            <a:ext cx="5398407" cy="4513510"/>
          </a:xfrm>
          <a:prstGeom prst="rect">
            <a:avLst/>
          </a:prstGeo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5" name="Datumsplatzhalt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AT"/>
              <a:t>16.10.2015</a:t>
            </a:r>
            <a:endParaRPr lang="en-US" dirty="0"/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Platz für Autor und LVA-Nummer</a:t>
            </a:r>
            <a:endParaRPr lang="en-US" dirty="0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F3185B-C653-42AE-8B74-FF214C29157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39301567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rosses Bild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136701" y="1638300"/>
            <a:ext cx="3474625" cy="4510323"/>
          </a:xfrm>
          <a:prstGeom prst="rect">
            <a:avLst/>
          </a:prstGeo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8" name="Bildplatzhalter 7"/>
          <p:cNvSpPr>
            <a:spLocks noGrp="1"/>
          </p:cNvSpPr>
          <p:nvPr>
            <p:ph type="pic" sz="quarter" idx="13"/>
          </p:nvPr>
        </p:nvSpPr>
        <p:spPr>
          <a:xfrm>
            <a:off x="575733" y="1721513"/>
            <a:ext cx="7213600" cy="441720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de-DE"/>
              <a:t>Bild durch Klicken auf Symbol hinzufügen</a:t>
            </a:r>
            <a:endParaRPr lang="de-AT" dirty="0"/>
          </a:p>
        </p:txBody>
      </p:sp>
      <p:sp>
        <p:nvSpPr>
          <p:cNvPr id="10" name="Textplatzhalter 5"/>
          <p:cNvSpPr>
            <a:spLocks noGrp="1"/>
          </p:cNvSpPr>
          <p:nvPr>
            <p:ph type="body" sz="quarter" idx="25" hasCustomPrompt="1"/>
          </p:nvPr>
        </p:nvSpPr>
        <p:spPr>
          <a:xfrm>
            <a:off x="575733" y="5864981"/>
            <a:ext cx="7213600" cy="274118"/>
          </a:xfrm>
          <a:prstGeom prst="rect">
            <a:avLst/>
          </a:prstGeom>
        </p:spPr>
        <p:txBody>
          <a:bodyPr anchor="b">
            <a:noAutofit/>
          </a:bodyPr>
          <a:lstStyle>
            <a:lvl1pPr marL="0" indent="0">
              <a:lnSpc>
                <a:spcPct val="83000"/>
              </a:lnSpc>
              <a:buNone/>
              <a:defRPr sz="800" b="0">
                <a:latin typeface="+mn-lt"/>
              </a:defRPr>
            </a:lvl1pPr>
            <a:lvl2pPr marL="198000" indent="0">
              <a:lnSpc>
                <a:spcPts val="1000"/>
              </a:lnSpc>
              <a:buNone/>
              <a:defRPr sz="750"/>
            </a:lvl2pPr>
            <a:lvl3pPr marL="396000" indent="0">
              <a:lnSpc>
                <a:spcPts val="1000"/>
              </a:lnSpc>
              <a:buNone/>
              <a:defRPr sz="750"/>
            </a:lvl3pPr>
            <a:lvl4pPr marL="594000" indent="0">
              <a:lnSpc>
                <a:spcPts val="1000"/>
              </a:lnSpc>
              <a:buNone/>
              <a:defRPr sz="750"/>
            </a:lvl4pPr>
            <a:lvl5pPr marL="792000" indent="0">
              <a:lnSpc>
                <a:spcPts val="1000"/>
              </a:lnSpc>
              <a:buNone/>
              <a:defRPr sz="750"/>
            </a:lvl5pPr>
          </a:lstStyle>
          <a:p>
            <a:pPr lvl="0"/>
            <a:r>
              <a:rPr lang="de-DE" dirty="0"/>
              <a:t>Quelle: Textmasterformat bearbeiten</a:t>
            </a:r>
          </a:p>
        </p:txBody>
      </p:sp>
      <p:sp>
        <p:nvSpPr>
          <p:cNvPr id="5" name="Titel 4"/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de-DE" dirty="0"/>
              <a:t>Platz für</a:t>
            </a:r>
            <a:br>
              <a:rPr lang="de-DE" dirty="0"/>
            </a:br>
            <a:r>
              <a:rPr lang="de-DE" dirty="0"/>
              <a:t>Titel, großes Bild und Text.</a:t>
            </a:r>
            <a:endParaRPr lang="de-AT" dirty="0"/>
          </a:p>
        </p:txBody>
      </p:sp>
      <p:sp>
        <p:nvSpPr>
          <p:cNvPr id="2" name="Datumsplatzhalter 1"/>
          <p:cNvSpPr>
            <a:spLocks noGrp="1"/>
          </p:cNvSpPr>
          <p:nvPr>
            <p:ph type="dt" sz="half" idx="26"/>
          </p:nvPr>
        </p:nvSpPr>
        <p:spPr/>
        <p:txBody>
          <a:bodyPr/>
          <a:lstStyle/>
          <a:p>
            <a:r>
              <a:rPr lang="de-AT"/>
              <a:t>16.10.2015</a:t>
            </a:r>
            <a:endParaRPr lang="en-US" dirty="0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27"/>
          </p:nvPr>
        </p:nvSpPr>
        <p:spPr/>
        <p:txBody>
          <a:bodyPr/>
          <a:lstStyle/>
          <a:p>
            <a:r>
              <a:rPr lang="en-US"/>
              <a:t>Platz für Autor und LVA-Nummer</a:t>
            </a:r>
            <a:endParaRPr lang="en-US" dirty="0"/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28"/>
          </p:nvPr>
        </p:nvSpPr>
        <p:spPr/>
        <p:txBody>
          <a:bodyPr/>
          <a:lstStyle/>
          <a:p>
            <a:fld id="{68F3185B-C653-42AE-8B74-FF214C29157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2139584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ormel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Bildplatzhalter 7"/>
          <p:cNvSpPr>
            <a:spLocks noGrp="1"/>
          </p:cNvSpPr>
          <p:nvPr>
            <p:ph type="pic" sz="quarter" idx="13"/>
          </p:nvPr>
        </p:nvSpPr>
        <p:spPr>
          <a:xfrm>
            <a:off x="2069754" y="1724299"/>
            <a:ext cx="8075595" cy="441720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de-DE"/>
              <a:t>Bild durch Klicken auf Symbol hinzufügen</a:t>
            </a:r>
            <a:endParaRPr lang="de-AT"/>
          </a:p>
        </p:txBody>
      </p:sp>
      <p:sp>
        <p:nvSpPr>
          <p:cNvPr id="10" name="Textplatzhalter 5"/>
          <p:cNvSpPr>
            <a:spLocks noGrp="1"/>
          </p:cNvSpPr>
          <p:nvPr>
            <p:ph type="body" sz="quarter" idx="25" hasCustomPrompt="1"/>
          </p:nvPr>
        </p:nvSpPr>
        <p:spPr>
          <a:xfrm>
            <a:off x="2048933" y="5863959"/>
            <a:ext cx="8096416" cy="278127"/>
          </a:xfrm>
          <a:prstGeom prst="rect">
            <a:avLst/>
          </a:prstGeom>
        </p:spPr>
        <p:txBody>
          <a:bodyPr anchor="b">
            <a:noAutofit/>
          </a:bodyPr>
          <a:lstStyle>
            <a:lvl1pPr marL="0" indent="0">
              <a:lnSpc>
                <a:spcPct val="83000"/>
              </a:lnSpc>
              <a:buNone/>
              <a:defRPr sz="800" b="0">
                <a:latin typeface="+mn-lt"/>
              </a:defRPr>
            </a:lvl1pPr>
            <a:lvl2pPr marL="198000" indent="0">
              <a:lnSpc>
                <a:spcPts val="1000"/>
              </a:lnSpc>
              <a:buNone/>
              <a:defRPr sz="750"/>
            </a:lvl2pPr>
            <a:lvl3pPr marL="396000" indent="0">
              <a:lnSpc>
                <a:spcPts val="1000"/>
              </a:lnSpc>
              <a:buNone/>
              <a:defRPr sz="750"/>
            </a:lvl3pPr>
            <a:lvl4pPr marL="594000" indent="0">
              <a:lnSpc>
                <a:spcPts val="1000"/>
              </a:lnSpc>
              <a:buNone/>
              <a:defRPr sz="750"/>
            </a:lvl4pPr>
            <a:lvl5pPr marL="792000" indent="0">
              <a:lnSpc>
                <a:spcPts val="1000"/>
              </a:lnSpc>
              <a:buNone/>
              <a:defRPr sz="750"/>
            </a:lvl5pPr>
          </a:lstStyle>
          <a:p>
            <a:pPr lvl="0"/>
            <a:r>
              <a:rPr lang="de-DE" dirty="0"/>
              <a:t>Quelle: Textmasterformat bearbeiten</a:t>
            </a:r>
          </a:p>
        </p:txBody>
      </p:sp>
      <p:sp>
        <p:nvSpPr>
          <p:cNvPr id="4" name="Titel 3"/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de-DE" dirty="0"/>
              <a:t>Platz für</a:t>
            </a:r>
            <a:br>
              <a:rPr lang="de-DE" dirty="0"/>
            </a:br>
            <a:r>
              <a:rPr lang="de-DE" dirty="0"/>
              <a:t>Titel und Formeln.</a:t>
            </a:r>
            <a:endParaRPr lang="de-AT" dirty="0"/>
          </a:p>
        </p:txBody>
      </p:sp>
      <p:sp>
        <p:nvSpPr>
          <p:cNvPr id="2" name="Datumsplatzhalter 1"/>
          <p:cNvSpPr>
            <a:spLocks noGrp="1"/>
          </p:cNvSpPr>
          <p:nvPr>
            <p:ph type="dt" sz="half" idx="26"/>
          </p:nvPr>
        </p:nvSpPr>
        <p:spPr/>
        <p:txBody>
          <a:bodyPr/>
          <a:lstStyle/>
          <a:p>
            <a:r>
              <a:rPr lang="de-AT"/>
              <a:t>16.10.2015</a:t>
            </a:r>
            <a:endParaRPr lang="en-US" dirty="0"/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27"/>
          </p:nvPr>
        </p:nvSpPr>
        <p:spPr/>
        <p:txBody>
          <a:bodyPr/>
          <a:lstStyle/>
          <a:p>
            <a:r>
              <a:rPr lang="en-US"/>
              <a:t>Platz für Autor und LVA-Nummer</a:t>
            </a:r>
            <a:endParaRPr lang="en-US" dirty="0"/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28"/>
          </p:nvPr>
        </p:nvSpPr>
        <p:spPr/>
        <p:txBody>
          <a:bodyPr/>
          <a:lstStyle/>
          <a:p>
            <a:fld id="{68F3185B-C653-42AE-8B74-FF214C29157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89694397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Vide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 baseline="0"/>
            </a:lvl1pPr>
          </a:lstStyle>
          <a:p>
            <a:r>
              <a:rPr lang="de-DE" dirty="0"/>
              <a:t>Platz für</a:t>
            </a:r>
            <a:br>
              <a:rPr lang="de-DE" dirty="0"/>
            </a:br>
            <a:r>
              <a:rPr lang="de-DE" dirty="0"/>
              <a:t>Titel und Video.</a:t>
            </a:r>
            <a:endParaRPr lang="de-AT" dirty="0"/>
          </a:p>
        </p:txBody>
      </p:sp>
      <p:sp>
        <p:nvSpPr>
          <p:cNvPr id="7" name="Medienplatzhalter 6"/>
          <p:cNvSpPr>
            <a:spLocks noGrp="1"/>
          </p:cNvSpPr>
          <p:nvPr>
            <p:ph type="media" sz="quarter" idx="13"/>
          </p:nvPr>
        </p:nvSpPr>
        <p:spPr>
          <a:xfrm>
            <a:off x="575733" y="1724302"/>
            <a:ext cx="11035593" cy="4417200"/>
          </a:xfrm>
          <a:prstGeom prst="rect">
            <a:avLst/>
          </a:prstGeom>
        </p:spPr>
        <p:txBody>
          <a:bodyPr/>
          <a:lstStyle/>
          <a:p>
            <a:r>
              <a:rPr lang="de-DE"/>
              <a:t>Mediaclip durch Klicken auf Symbol hinzufügen</a:t>
            </a:r>
            <a:endParaRPr lang="de-AT" dirty="0"/>
          </a:p>
        </p:txBody>
      </p:sp>
      <p:sp>
        <p:nvSpPr>
          <p:cNvPr id="9" name="Textplatzhalter 5"/>
          <p:cNvSpPr>
            <a:spLocks noGrp="1"/>
          </p:cNvSpPr>
          <p:nvPr>
            <p:ph type="body" sz="quarter" idx="25" hasCustomPrompt="1"/>
          </p:nvPr>
        </p:nvSpPr>
        <p:spPr>
          <a:xfrm>
            <a:off x="575733" y="5865691"/>
            <a:ext cx="11035593" cy="278127"/>
          </a:xfrm>
          <a:prstGeom prst="rect">
            <a:avLst/>
          </a:prstGeom>
        </p:spPr>
        <p:txBody>
          <a:bodyPr anchor="b">
            <a:noAutofit/>
          </a:bodyPr>
          <a:lstStyle>
            <a:lvl1pPr marL="0" indent="0">
              <a:lnSpc>
                <a:spcPct val="83000"/>
              </a:lnSpc>
              <a:buNone/>
              <a:defRPr sz="800" b="0">
                <a:latin typeface="+mn-lt"/>
              </a:defRPr>
            </a:lvl1pPr>
            <a:lvl2pPr marL="198000" indent="0">
              <a:lnSpc>
                <a:spcPts val="1000"/>
              </a:lnSpc>
              <a:buNone/>
              <a:defRPr sz="750"/>
            </a:lvl2pPr>
            <a:lvl3pPr marL="396000" indent="0">
              <a:lnSpc>
                <a:spcPts val="1000"/>
              </a:lnSpc>
              <a:buNone/>
              <a:defRPr sz="750"/>
            </a:lvl3pPr>
            <a:lvl4pPr marL="594000" indent="0">
              <a:lnSpc>
                <a:spcPts val="1000"/>
              </a:lnSpc>
              <a:buNone/>
              <a:defRPr sz="750"/>
            </a:lvl4pPr>
            <a:lvl5pPr marL="792000" indent="0">
              <a:lnSpc>
                <a:spcPts val="1000"/>
              </a:lnSpc>
              <a:buNone/>
              <a:defRPr sz="750"/>
            </a:lvl5pPr>
          </a:lstStyle>
          <a:p>
            <a:pPr lvl="0"/>
            <a:r>
              <a:rPr lang="de-DE" dirty="0"/>
              <a:t>Quelle: Textmasterformat bearbeiten</a:t>
            </a:r>
          </a:p>
        </p:txBody>
      </p:sp>
      <p:sp>
        <p:nvSpPr>
          <p:cNvPr id="3" name="Datumsplatzhalter 2"/>
          <p:cNvSpPr>
            <a:spLocks noGrp="1"/>
          </p:cNvSpPr>
          <p:nvPr>
            <p:ph type="dt" sz="half" idx="26"/>
          </p:nvPr>
        </p:nvSpPr>
        <p:spPr/>
        <p:txBody>
          <a:bodyPr/>
          <a:lstStyle/>
          <a:p>
            <a:r>
              <a:rPr lang="de-AT"/>
              <a:t>16.10.2015</a:t>
            </a:r>
            <a:endParaRPr lang="en-US" dirty="0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27"/>
          </p:nvPr>
        </p:nvSpPr>
        <p:spPr/>
        <p:txBody>
          <a:bodyPr/>
          <a:lstStyle/>
          <a:p>
            <a:r>
              <a:rPr lang="en-US"/>
              <a:t>Platz für Autor und LVA-Nummer</a:t>
            </a:r>
            <a:endParaRPr lang="en-US" dirty="0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28"/>
          </p:nvPr>
        </p:nvSpPr>
        <p:spPr/>
        <p:txBody>
          <a:bodyPr/>
          <a:lstStyle/>
          <a:p>
            <a:fld id="{68F3185B-C653-42AE-8B74-FF214C29157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99909987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 kleine Bilder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 baseline="0"/>
            </a:lvl1pPr>
          </a:lstStyle>
          <a:p>
            <a:r>
              <a:rPr lang="de-DE" dirty="0"/>
              <a:t>Platz für</a:t>
            </a:r>
            <a:br>
              <a:rPr lang="de-DE" dirty="0"/>
            </a:br>
            <a:r>
              <a:rPr lang="de-DE" dirty="0"/>
              <a:t>Titel, 3 kleine Bilder und Text.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388100" y="1639035"/>
            <a:ext cx="7223226" cy="4504536"/>
          </a:xfrm>
          <a:prstGeom prst="rect">
            <a:avLst/>
          </a:prstGeo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8" name="Bildplatzhalter 7"/>
          <p:cNvSpPr>
            <a:spLocks noGrp="1"/>
          </p:cNvSpPr>
          <p:nvPr>
            <p:ph type="pic" sz="quarter" idx="13"/>
          </p:nvPr>
        </p:nvSpPr>
        <p:spPr>
          <a:xfrm>
            <a:off x="577711" y="1725845"/>
            <a:ext cx="3393156" cy="136800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de-DE"/>
              <a:t>Bild durch Klicken auf Symbol hinzufügen</a:t>
            </a:r>
            <a:endParaRPr lang="de-AT" dirty="0"/>
          </a:p>
        </p:txBody>
      </p:sp>
      <p:sp>
        <p:nvSpPr>
          <p:cNvPr id="9" name="Bildplatzhalter 7"/>
          <p:cNvSpPr>
            <a:spLocks noGrp="1"/>
          </p:cNvSpPr>
          <p:nvPr>
            <p:ph type="pic" sz="quarter" idx="14"/>
          </p:nvPr>
        </p:nvSpPr>
        <p:spPr>
          <a:xfrm>
            <a:off x="577703" y="3254918"/>
            <a:ext cx="3393063" cy="136800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de-DE"/>
              <a:t>Bild durch Klicken auf Symbol hinzufügen</a:t>
            </a:r>
            <a:endParaRPr lang="de-AT" dirty="0"/>
          </a:p>
        </p:txBody>
      </p:sp>
      <p:sp>
        <p:nvSpPr>
          <p:cNvPr id="10" name="Bildplatzhalter 7"/>
          <p:cNvSpPr>
            <a:spLocks noGrp="1"/>
          </p:cNvSpPr>
          <p:nvPr>
            <p:ph type="pic" sz="quarter" idx="15"/>
          </p:nvPr>
        </p:nvSpPr>
        <p:spPr>
          <a:xfrm>
            <a:off x="577703" y="4775571"/>
            <a:ext cx="3393063" cy="136800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de-DE"/>
              <a:t>Bild durch Klicken auf Symbol hinzufügen</a:t>
            </a:r>
            <a:endParaRPr lang="de-AT" dirty="0"/>
          </a:p>
        </p:txBody>
      </p:sp>
      <p:sp>
        <p:nvSpPr>
          <p:cNvPr id="14" name="Rechteck 13"/>
          <p:cNvSpPr/>
          <p:nvPr userDrawn="1"/>
        </p:nvSpPr>
        <p:spPr>
          <a:xfrm>
            <a:off x="4911547" y="1444171"/>
            <a:ext cx="626533" cy="432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AT" sz="1800"/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6"/>
          </p:nvPr>
        </p:nvSpPr>
        <p:spPr/>
        <p:txBody>
          <a:bodyPr/>
          <a:lstStyle/>
          <a:p>
            <a:r>
              <a:rPr lang="de-AT"/>
              <a:t>16.10.2015</a:t>
            </a:r>
            <a:endParaRPr lang="en-US" dirty="0"/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r>
              <a:rPr lang="en-US"/>
              <a:t>Platz für Autor und LVA-Nummer</a:t>
            </a:r>
            <a:endParaRPr lang="en-US" dirty="0"/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68F3185B-C653-42AE-8B74-FF214C29157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35375347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chmales Bild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 baseline="0"/>
            </a:lvl1pPr>
          </a:lstStyle>
          <a:p>
            <a:r>
              <a:rPr lang="de-DE" dirty="0"/>
              <a:t>Platz für</a:t>
            </a:r>
            <a:br>
              <a:rPr lang="de-DE" dirty="0"/>
            </a:br>
            <a:r>
              <a:rPr lang="de-DE" dirty="0"/>
              <a:t>Titel, schmales Bild und Text.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386048" y="1643149"/>
            <a:ext cx="7225278" cy="4498351"/>
          </a:xfrm>
          <a:prstGeom prst="rect">
            <a:avLst/>
          </a:prstGeo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8" name="Bildplatzhalter 7"/>
          <p:cNvSpPr>
            <a:spLocks noGrp="1"/>
          </p:cNvSpPr>
          <p:nvPr>
            <p:ph type="pic" sz="quarter" idx="13"/>
          </p:nvPr>
        </p:nvSpPr>
        <p:spPr>
          <a:xfrm>
            <a:off x="575733" y="1724300"/>
            <a:ext cx="3395133" cy="441720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de-DE"/>
              <a:t>Bild durch Klicken auf Symbol hinzufügen</a:t>
            </a:r>
            <a:endParaRPr lang="de-AT" dirty="0"/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r>
              <a:rPr lang="de-AT"/>
              <a:t>16.10.2015</a:t>
            </a:r>
            <a:endParaRPr lang="en-US" dirty="0"/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US"/>
              <a:t>Platz für Autor und LVA-Nummer</a:t>
            </a:r>
            <a:endParaRPr lang="en-US" dirty="0"/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68F3185B-C653-42AE-8B74-FF214C29157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06415774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 baseline="0"/>
            </a:lvl1pPr>
          </a:lstStyle>
          <a:p>
            <a:r>
              <a:rPr lang="de-DE" dirty="0"/>
              <a:t>Platz für</a:t>
            </a:r>
            <a:br>
              <a:rPr lang="de-DE" dirty="0"/>
            </a:br>
            <a:r>
              <a:rPr lang="de-DE" dirty="0"/>
              <a:t>Titel, Diagramme und Tabellen.</a:t>
            </a:r>
            <a:endParaRPr lang="de-AT" dirty="0"/>
          </a:p>
        </p:txBody>
      </p:sp>
      <p:sp>
        <p:nvSpPr>
          <p:cNvPr id="6" name="Datumsplatzhalter 5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AT"/>
              <a:t>16.10.2015</a:t>
            </a:r>
            <a:endParaRPr lang="en-US" dirty="0"/>
          </a:p>
        </p:txBody>
      </p:sp>
      <p:sp>
        <p:nvSpPr>
          <p:cNvPr id="8" name="Fußzeilenplatzhalt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Platz für Autor und LVA-Nummer</a:t>
            </a:r>
            <a:endParaRPr lang="en-US" dirty="0"/>
          </a:p>
        </p:txBody>
      </p:sp>
      <p:sp>
        <p:nvSpPr>
          <p:cNvPr id="9" name="Foliennummernplatzhalt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F3185B-C653-42AE-8B74-FF214C29157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1875334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Titel / Schluss mit Logo">
  <p:cSld name="1_Titel / Schluss mit Logo"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1" name="Google Shape;51;p8"/>
          <p:cNvPicPr preferRelativeResize="0"/>
          <p:nvPr/>
        </p:nvPicPr>
        <p:blipFill rotWithShape="1">
          <a:blip r:embed="rId2">
            <a:alphaModFix/>
          </a:blip>
          <a:srcRect l="27455" t="15293" r="42710" b="38849"/>
          <a:stretch/>
        </p:blipFill>
        <p:spPr>
          <a:xfrm>
            <a:off x="304246" y="3236317"/>
            <a:ext cx="2520000" cy="2307271"/>
          </a:xfrm>
          <a:prstGeom prst="rect">
            <a:avLst/>
          </a:prstGeom>
          <a:noFill/>
          <a:ln>
            <a:noFill/>
          </a:ln>
        </p:spPr>
      </p:pic>
      <p:sp>
        <p:nvSpPr>
          <p:cNvPr id="52" name="Google Shape;52;p8"/>
          <p:cNvSpPr txBox="1">
            <a:spLocks noGrp="1"/>
          </p:cNvSpPr>
          <p:nvPr>
            <p:ph type="subTitle" idx="1"/>
          </p:nvPr>
        </p:nvSpPr>
        <p:spPr>
          <a:xfrm>
            <a:off x="485737" y="5412164"/>
            <a:ext cx="9216577" cy="73146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60"/>
              <a:buNone/>
              <a:defRPr sz="1800"/>
            </a:lvl1pPr>
            <a:lvl2pPr lvl="1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None/>
              <a:defRPr sz="2000"/>
            </a:lvl2pPr>
            <a:lvl3pPr lvl="2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30"/>
              <a:buNone/>
              <a:defRPr sz="1800"/>
            </a:lvl3pPr>
            <a:lvl4pPr lvl="3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760"/>
              <a:buNone/>
              <a:defRPr sz="1600"/>
            </a:lvl4pPr>
            <a:lvl5pPr lvl="4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4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>
            <a:endParaRPr dirty="0"/>
          </a:p>
        </p:txBody>
      </p:sp>
      <p:sp>
        <p:nvSpPr>
          <p:cNvPr id="53" name="Google Shape;53;p8"/>
          <p:cNvSpPr txBox="1">
            <a:spLocks noGrp="1"/>
          </p:cNvSpPr>
          <p:nvPr>
            <p:ph type="title"/>
          </p:nvPr>
        </p:nvSpPr>
        <p:spPr>
          <a:xfrm>
            <a:off x="475590" y="1307110"/>
            <a:ext cx="9226724" cy="20091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lvl="0" algn="l">
              <a:lnSpc>
                <a:spcPct val="83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500"/>
              <a:buFont typeface="Arial Black"/>
              <a:buNone/>
              <a:defRPr sz="45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54" name="Google Shape;54;p8"/>
          <p:cNvSpPr txBox="1"/>
          <p:nvPr/>
        </p:nvSpPr>
        <p:spPr>
          <a:xfrm>
            <a:off x="10064678" y="5502229"/>
            <a:ext cx="1395661" cy="73353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af-ZA" sz="800" b="0" i="0" u="none" strike="noStrike" cap="none" dirty="0">
                <a:solidFill>
                  <a:schemeClr val="dk1"/>
                </a:solidFill>
                <a:latin typeface="Arial Black"/>
                <a:ea typeface="Arial Black"/>
                <a:cs typeface="Arial Black"/>
                <a:sym typeface="Arial Black"/>
              </a:rPr>
              <a:t>JOHANNES KEPLER UNIVERSITÄT LINZ</a:t>
            </a:r>
            <a:endParaRPr dirty="0"/>
          </a:p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af-ZA" sz="800" b="0" i="0" u="none" strike="noStrike" cap="none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Altenberger Straße 69</a:t>
            </a:r>
            <a:endParaRPr dirty="0"/>
          </a:p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af-ZA" sz="800" b="0" i="0" u="none" strike="noStrike" cap="none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4040 Linz, Österreich</a:t>
            </a:r>
            <a:endParaRPr dirty="0"/>
          </a:p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af-ZA" sz="800" b="0" i="0" u="none" strike="noStrike" cap="none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jku.at</a:t>
            </a:r>
            <a:endParaRPr sz="800" b="0" i="0" u="none" strike="noStrike" cap="none" dirty="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55" name="Google Shape;55;p8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9703708" y="556101"/>
            <a:ext cx="1929267" cy="1365970"/>
          </a:xfrm>
          <a:prstGeom prst="rect">
            <a:avLst/>
          </a:prstGeom>
          <a:noFill/>
          <a:ln>
            <a:noFill/>
          </a:ln>
        </p:spPr>
      </p:pic>
      <p:sp>
        <p:nvSpPr>
          <p:cNvPr id="56" name="Google Shape;56;p8"/>
          <p:cNvSpPr>
            <a:spLocks noGrp="1"/>
          </p:cNvSpPr>
          <p:nvPr>
            <p:ph type="pic" idx="2"/>
          </p:nvPr>
        </p:nvSpPr>
        <p:spPr>
          <a:xfrm>
            <a:off x="10151559" y="2516799"/>
            <a:ext cx="1468800" cy="1085721"/>
          </a:xfrm>
          <a:prstGeom prst="rect">
            <a:avLst/>
          </a:prstGeom>
          <a:noFill/>
          <a:ln>
            <a:noFill/>
          </a:ln>
        </p:spPr>
      </p:sp>
      <p:sp>
        <p:nvSpPr>
          <p:cNvPr id="57" name="Google Shape;57;p8"/>
          <p:cNvSpPr>
            <a:spLocks noGrp="1"/>
          </p:cNvSpPr>
          <p:nvPr>
            <p:ph type="pic" idx="3"/>
          </p:nvPr>
        </p:nvSpPr>
        <p:spPr>
          <a:xfrm>
            <a:off x="10151745" y="4039231"/>
            <a:ext cx="1468800" cy="1085721"/>
          </a:xfrm>
          <a:prstGeom prst="rect">
            <a:avLst/>
          </a:prstGeom>
          <a:noFill/>
          <a:ln>
            <a:noFill/>
          </a:ln>
        </p:spPr>
      </p:sp>
    </p:spTree>
    <p:extLst>
      <p:ext uri="{BB962C8B-B14F-4D97-AF65-F5344CB8AC3E}">
        <p14:creationId xmlns:p14="http://schemas.microsoft.com/office/powerpoint/2010/main" val="321784612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6244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21" Type="http://schemas.openxmlformats.org/officeDocument/2006/relationships/image" Target="../media/image1.emf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87122" y="575031"/>
            <a:ext cx="11124204" cy="989814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r>
              <a:rPr lang="de-DE" dirty="0"/>
              <a:t>Titelmusterformat durch Klicken bearbeiten.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9425432" y="6356982"/>
            <a:ext cx="817754" cy="36512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000" b="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de-AT"/>
              <a:t>16.10.2015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5890366" y="6348972"/>
            <a:ext cx="2425046" cy="36512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000" b="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/>
              <a:t>Platz für Autor und LVA-Nummer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1020654" y="6358497"/>
            <a:ext cx="685800" cy="36512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000" b="0">
                <a:solidFill>
                  <a:schemeClr val="tx1"/>
                </a:solidFill>
                <a:latin typeface="+mn-lt"/>
              </a:defRPr>
            </a:lvl1pPr>
          </a:lstStyle>
          <a:p>
            <a:fld id="{68F3185B-C653-42AE-8B74-FF214C291574}" type="slidenum">
              <a:rPr lang="en-US" smtClean="0"/>
              <a:pPr/>
              <a:t>‹#›</a:t>
            </a:fld>
            <a:endParaRPr lang="en-US" dirty="0"/>
          </a:p>
        </p:txBody>
      </p:sp>
      <p:pic>
        <p:nvPicPr>
          <p:cNvPr id="30" name="Grafik 29"/>
          <p:cNvPicPr>
            <a:picLocks noChangeAspect="1"/>
          </p:cNvPicPr>
          <p:nvPr userDrawn="1"/>
        </p:nvPicPr>
        <p:blipFill>
          <a:blip r:embed="rId2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9509" y="6350400"/>
            <a:ext cx="2359953" cy="278203"/>
          </a:xfrm>
          <a:prstGeom prst="rect">
            <a:avLst/>
          </a:prstGeom>
        </p:spPr>
      </p:pic>
      <p:sp>
        <p:nvSpPr>
          <p:cNvPr id="33" name="Textplatzhalter 32"/>
          <p:cNvSpPr>
            <a:spLocks noGrp="1"/>
          </p:cNvSpPr>
          <p:nvPr>
            <p:ph type="body" idx="1"/>
          </p:nvPr>
        </p:nvSpPr>
        <p:spPr>
          <a:xfrm>
            <a:off x="470188" y="1619798"/>
            <a:ext cx="11141138" cy="451398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 dirty="0"/>
              <a:t>Textmasterformat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</p:txBody>
      </p:sp>
    </p:spTree>
    <p:extLst>
      <p:ext uri="{BB962C8B-B14F-4D97-AF65-F5344CB8AC3E}">
        <p14:creationId xmlns:p14="http://schemas.microsoft.com/office/powerpoint/2010/main" val="219567942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7" r:id="rId1"/>
    <p:sldLayoutId id="2147483679" r:id="rId2"/>
    <p:sldLayoutId id="2147483680" r:id="rId3"/>
    <p:sldLayoutId id="2147483681" r:id="rId4"/>
    <p:sldLayoutId id="2147483683" r:id="rId5"/>
    <p:sldLayoutId id="2147483682" r:id="rId6"/>
    <p:sldLayoutId id="2147483669" r:id="rId7"/>
    <p:sldLayoutId id="2147483670" r:id="rId8"/>
    <p:sldLayoutId id="2147483666" r:id="rId9"/>
    <p:sldLayoutId id="2147483677" r:id="rId10"/>
    <p:sldLayoutId id="2147483662" r:id="rId11"/>
    <p:sldLayoutId id="2147483664" r:id="rId12"/>
    <p:sldLayoutId id="2147483671" r:id="rId13"/>
    <p:sldLayoutId id="2147483672" r:id="rId14"/>
    <p:sldLayoutId id="2147483673" r:id="rId15"/>
    <p:sldLayoutId id="2147483675" r:id="rId16"/>
    <p:sldLayoutId id="2147483674" r:id="rId17"/>
    <p:sldLayoutId id="2147483678" r:id="rId18"/>
    <p:sldLayoutId id="2147483684" r:id="rId19"/>
  </p:sldLayoutIdLst>
  <p:txStyles>
    <p:titleStyle>
      <a:lvl1pPr algn="l" defTabSz="914400" rtl="0" eaLnBrk="1" latinLnBrk="0" hangingPunct="1">
        <a:lnSpc>
          <a:spcPct val="83000"/>
        </a:lnSpc>
        <a:spcBef>
          <a:spcPct val="0"/>
        </a:spcBef>
        <a:buNone/>
        <a:defRPr sz="3000" kern="1200" cap="none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16000" indent="-216000" algn="l" defTabSz="914400" rtl="0" eaLnBrk="1" latinLnBrk="0" hangingPunct="1">
        <a:lnSpc>
          <a:spcPct val="105000"/>
        </a:lnSpc>
        <a:spcBef>
          <a:spcPts val="800"/>
        </a:spcBef>
        <a:buSzPct val="120000"/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1pPr>
      <a:lvl2pPr marL="432000" indent="-216000" algn="l" defTabSz="914400" rtl="0" eaLnBrk="1" latinLnBrk="0" hangingPunct="1">
        <a:lnSpc>
          <a:spcPct val="105000"/>
        </a:lnSpc>
        <a:spcBef>
          <a:spcPts val="0"/>
        </a:spcBef>
        <a:buSzPct val="125000"/>
        <a:buFont typeface="Arial" panose="020B0604020202020204" pitchFamily="34" charset="0"/>
        <a:buChar char="◦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648000" indent="-216000" algn="l" defTabSz="914400" rtl="0" eaLnBrk="1" latinLnBrk="0" hangingPunct="1">
        <a:lnSpc>
          <a:spcPct val="105000"/>
        </a:lnSpc>
        <a:spcBef>
          <a:spcPts val="0"/>
        </a:spcBef>
        <a:buSzPct val="85000"/>
        <a:buFont typeface="Wingdings" panose="05000000000000000000" pitchFamily="2" charset="2"/>
        <a:buChar char="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864000" indent="-216000" algn="l" defTabSz="914400" rtl="0" eaLnBrk="1" latinLnBrk="0" hangingPunct="1">
        <a:lnSpc>
          <a:spcPct val="105000"/>
        </a:lnSpc>
        <a:spcBef>
          <a:spcPts val="0"/>
        </a:spcBef>
        <a:buSzPct val="110000"/>
        <a:buFont typeface="Arial" panose="020B0604020202020204" pitchFamily="34" charset="0"/>
        <a:buChar char="-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080000" indent="-216000" algn="l" defTabSz="914400" rtl="0" eaLnBrk="1" latinLnBrk="0" hangingPunct="1">
        <a:lnSpc>
          <a:spcPct val="105000"/>
        </a:lnSpc>
        <a:spcBef>
          <a:spcPts val="0"/>
        </a:spcBef>
        <a:buSzPct val="65000"/>
        <a:buFont typeface="Wingdings 2" panose="05020102010507070707" pitchFamily="18" charset="2"/>
        <a:buChar char="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4178" userDrawn="1">
          <p15:clr>
            <a:srgbClr val="F26B43"/>
          </p15:clr>
        </p15:guide>
        <p15:guide id="2" pos="3840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9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0"/>
          <p:cNvSpPr txBox="1">
            <a:spLocks noGrp="1"/>
          </p:cNvSpPr>
          <p:nvPr>
            <p:ph type="subTitle" idx="1"/>
          </p:nvPr>
        </p:nvSpPr>
        <p:spPr>
          <a:xfrm>
            <a:off x="485725" y="5412175"/>
            <a:ext cx="9484500" cy="7314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af-ZA" dirty="0">
                <a:latin typeface="Arial" panose="020B0604020202020204" pitchFamily="34" charset="0"/>
                <a:cs typeface="Arial" panose="020B0604020202020204" pitchFamily="34" charset="0"/>
              </a:rPr>
              <a:t>Johannes Grafinger, Jonas Gantar, </a:t>
            </a:r>
            <a:r>
              <a:rPr lang="af-ZA">
                <a:latin typeface="Arial" panose="020B0604020202020204" pitchFamily="34" charset="0"/>
                <a:cs typeface="Arial" panose="020B0604020202020204" pitchFamily="34" charset="0"/>
              </a:rPr>
              <a:t>Leonhard Markus </a:t>
            </a:r>
            <a:r>
              <a:rPr lang="af-ZA" dirty="0">
                <a:latin typeface="Arial" panose="020B0604020202020204" pitchFamily="34" charset="0"/>
                <a:cs typeface="Arial" panose="020B0604020202020204" pitchFamily="34" charset="0"/>
              </a:rPr>
              <a:t>Spanring, Reinhard Josef Pötscher</a:t>
            </a:r>
            <a:endParaRPr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46" name="Google Shape;146;p20"/>
          <p:cNvSpPr txBox="1">
            <a:spLocks noGrp="1"/>
          </p:cNvSpPr>
          <p:nvPr>
            <p:ph type="title"/>
          </p:nvPr>
        </p:nvSpPr>
        <p:spPr>
          <a:xfrm>
            <a:off x="485724" y="2035750"/>
            <a:ext cx="11706275" cy="12264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lvl="0"/>
            <a:r>
              <a:rPr lang="af-ZA" sz="4000" i="1" dirty="0">
                <a:latin typeface="Arial Black" panose="020B0A04020102020204" pitchFamily="34" charset="0"/>
              </a:rPr>
              <a:t>Challenge: </a:t>
            </a:r>
            <a:br>
              <a:rPr lang="af-ZA" sz="4000" i="1" dirty="0">
                <a:latin typeface="Arial Black" panose="020B0A04020102020204" pitchFamily="34" charset="0"/>
              </a:rPr>
            </a:br>
            <a:r>
              <a:rPr lang="af-ZA" sz="4000" i="1" dirty="0">
                <a:solidFill>
                  <a:srgbClr val="FF0000"/>
                </a:solidFill>
                <a:latin typeface="Arial Black" panose="020B0A04020102020204" pitchFamily="34" charset="0"/>
              </a:rPr>
              <a:t>Team Observe</a:t>
            </a:r>
            <a:endParaRPr sz="4000" i="1" dirty="0">
              <a:solidFill>
                <a:srgbClr val="FF0000"/>
              </a:solidFill>
              <a:latin typeface="Arial Black" panose="020B0A04020102020204" pitchFamily="34" charset="0"/>
            </a:endParaRPr>
          </a:p>
        </p:txBody>
      </p:sp>
      <p:sp>
        <p:nvSpPr>
          <p:cNvPr id="147" name="Google Shape;147;p20"/>
          <p:cNvSpPr txBox="1">
            <a:spLocks noGrp="1"/>
          </p:cNvSpPr>
          <p:nvPr>
            <p:ph type="title"/>
          </p:nvPr>
        </p:nvSpPr>
        <p:spPr>
          <a:xfrm>
            <a:off x="485725" y="510753"/>
            <a:ext cx="9226800" cy="13605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af-ZA" sz="4400" dirty="0">
                <a:latin typeface="Arial Black" panose="020B0A04020102020204" pitchFamily="34" charset="0"/>
              </a:rPr>
              <a:t>Machine Learning and Pattern Classification</a:t>
            </a:r>
            <a:endParaRPr sz="4400" dirty="0">
              <a:latin typeface="Arial Black" panose="020B0A04020102020204" pitchFamily="34" charset="0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953251-8434-7CC5-8658-0ED49F1D72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Evaluation setup.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0C0DB73-2FC7-B6A6-10CA-6A73E865DD1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Dataset split: </a:t>
            </a:r>
          </a:p>
          <a:p>
            <a:pPr lvl="1"/>
            <a:r>
              <a:rPr lang="en-GB" dirty="0"/>
              <a:t>8230 files total; 60% train; 20% </a:t>
            </a:r>
            <a:r>
              <a:rPr lang="en-GB" dirty="0" err="1"/>
              <a:t>val</a:t>
            </a:r>
            <a:r>
              <a:rPr lang="en-GB" dirty="0"/>
              <a:t>; 20% test</a:t>
            </a:r>
          </a:p>
          <a:p>
            <a:r>
              <a:rPr lang="en-GB" dirty="0"/>
              <a:t>Baseline classifier:</a:t>
            </a:r>
          </a:p>
          <a:p>
            <a:pPr lvl="1"/>
            <a:r>
              <a:rPr lang="en-GB" dirty="0"/>
              <a:t>Average cost: 108.8553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C0BDCA2-B7D7-2089-8482-0B9AF2EFA88A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endParaRPr lang="LID4096" dirty="0"/>
          </a:p>
        </p:txBody>
      </p:sp>
    </p:spTree>
    <p:extLst>
      <p:ext uri="{BB962C8B-B14F-4D97-AF65-F5344CB8AC3E}">
        <p14:creationId xmlns:p14="http://schemas.microsoft.com/office/powerpoint/2010/main" val="90368359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95882B-A312-662B-BBBF-B584E263CD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Model Architecture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4398E3F-1CE2-7439-04F0-49E36ECC94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Model Class: TCN (Temporal Convolutional Network)</a:t>
            </a:r>
          </a:p>
          <a:p>
            <a:pPr lvl="1"/>
            <a:r>
              <a:rPr lang="en-GB" dirty="0"/>
              <a:t>More efficient than RNN for long-term dependencies.</a:t>
            </a:r>
          </a:p>
          <a:p>
            <a:pPr lvl="1"/>
            <a:r>
              <a:rPr lang="en-GB" dirty="0"/>
              <a:t>Doesn’t rely on sequential processing (Faster training and easier to parallelize).</a:t>
            </a:r>
          </a:p>
          <a:p>
            <a:pPr lvl="1"/>
            <a:r>
              <a:rPr lang="en-GB" dirty="0"/>
              <a:t>Less likely to overfit.</a:t>
            </a:r>
          </a:p>
          <a:p>
            <a:r>
              <a:rPr lang="en-GB" dirty="0"/>
              <a:t>Loss Function: Weighted BCE-Loss</a:t>
            </a:r>
            <a:endParaRPr lang="LID4096" dirty="0"/>
          </a:p>
          <a:p>
            <a:pPr marL="0" indent="0">
              <a:buNone/>
            </a:pPr>
            <a:endParaRPr lang="en-GB" dirty="0"/>
          </a:p>
          <a:p>
            <a:pPr lvl="1"/>
            <a:endParaRPr lang="LID4096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3F26AE7-1C2A-F11B-7BC4-5ACAE6547F05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endParaRPr lang="LID4096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568F253A-26E3-BDAF-36FF-0B5B1848266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1688" y="3541342"/>
            <a:ext cx="11108624" cy="25035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4006601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5B54F4-C500-2F31-508A-64429E9445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322457B-82B4-FC88-DAA9-EA46A2F9B67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D01B4BF-4058-BE50-35E5-846E64B46CD5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7947828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JKU">
      <a:dk1>
        <a:srgbClr val="000000"/>
      </a:dk1>
      <a:lt1>
        <a:sysClr val="window" lastClr="FFFFFF"/>
      </a:lt1>
      <a:dk2>
        <a:srgbClr val="9C477B"/>
      </a:dk2>
      <a:lt2>
        <a:srgbClr val="BBD032"/>
      </a:lt2>
      <a:accent1>
        <a:srgbClr val="808288"/>
      </a:accent1>
      <a:accent2>
        <a:srgbClr val="046E98"/>
      </a:accent2>
      <a:accent3>
        <a:srgbClr val="5CCFCB"/>
      </a:accent3>
      <a:accent4>
        <a:srgbClr val="4CAC4E"/>
      </a:accent4>
      <a:accent5>
        <a:srgbClr val="E73729"/>
      </a:accent5>
      <a:accent6>
        <a:srgbClr val="FBBA00"/>
      </a:accent6>
      <a:hlink>
        <a:srgbClr val="0563C1"/>
      </a:hlink>
      <a:folHlink>
        <a:srgbClr val="954F72"/>
      </a:folHlink>
    </a:clrScheme>
    <a:fontScheme name="JKU Arial">
      <a:majorFont>
        <a:latin typeface="Arial Black"/>
        <a:ea typeface=""/>
        <a:cs typeface=""/>
      </a:majorFont>
      <a:minorFont>
        <a:latin typeface="Arial"/>
        <a:ea typeface=""/>
        <a:cs typeface="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JKU_SoWi_Praesentation_DE_16_9_2021_02" id="{935EC412-548F-495B-9270-73F0372A3669}" vid="{D610FC8B-B5FA-487B-BF2E-352F010C8F7B}"/>
    </a:ext>
  </a:extLst>
</a:theme>
</file>

<file path=ppt/theme/theme2.xml><?xml version="1.0" encoding="utf-8"?>
<a:theme xmlns:a="http://schemas.openxmlformats.org/drawingml/2006/main" name="Office Theme">
  <a:themeElements>
    <a:clrScheme name="JKU">
      <a:dk1>
        <a:srgbClr val="000000"/>
      </a:dk1>
      <a:lt1>
        <a:sysClr val="window" lastClr="FFFFFF"/>
      </a:lt1>
      <a:dk2>
        <a:srgbClr val="8A386C"/>
      </a:dk2>
      <a:lt2>
        <a:srgbClr val="AECB30"/>
      </a:lt2>
      <a:accent1>
        <a:srgbClr val="59636C"/>
      </a:accent1>
      <a:accent2>
        <a:srgbClr val="0081BE"/>
      </a:accent2>
      <a:accent3>
        <a:srgbClr val="72D2E8"/>
      </a:accent3>
      <a:accent4>
        <a:srgbClr val="47B44E"/>
      </a:accent4>
      <a:accent5>
        <a:srgbClr val="E74824"/>
      </a:accent5>
      <a:accent6>
        <a:srgbClr val="F9A900"/>
      </a:accent6>
      <a:hlink>
        <a:srgbClr val="0563C1"/>
      </a:hlink>
      <a:folHlink>
        <a:srgbClr val="954F72"/>
      </a:folHlink>
    </a:clrScheme>
    <a:fontScheme name="JKU Arial">
      <a:majorFont>
        <a:latin typeface="Arial Black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JKU">
      <a:dk1>
        <a:srgbClr val="000000"/>
      </a:dk1>
      <a:lt1>
        <a:sysClr val="window" lastClr="FFFFFF"/>
      </a:lt1>
      <a:dk2>
        <a:srgbClr val="8A386C"/>
      </a:dk2>
      <a:lt2>
        <a:srgbClr val="AECB30"/>
      </a:lt2>
      <a:accent1>
        <a:srgbClr val="59636C"/>
      </a:accent1>
      <a:accent2>
        <a:srgbClr val="0081BE"/>
      </a:accent2>
      <a:accent3>
        <a:srgbClr val="72D2E8"/>
      </a:accent3>
      <a:accent4>
        <a:srgbClr val="47B44E"/>
      </a:accent4>
      <a:accent5>
        <a:srgbClr val="E74824"/>
      </a:accent5>
      <a:accent6>
        <a:srgbClr val="F9A900"/>
      </a:accent6>
      <a:hlink>
        <a:srgbClr val="0563C1"/>
      </a:hlink>
      <a:folHlink>
        <a:srgbClr val="954F72"/>
      </a:folHlink>
    </a:clrScheme>
    <a:fontScheme name="JKU Arial">
      <a:majorFont>
        <a:latin typeface="Arial Black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JKU_SoWi_Praesentation_DE_16_9_2021_02</Template>
  <TotalTime>34</TotalTime>
  <Words>94</Words>
  <Application>Microsoft Office PowerPoint</Application>
  <PresentationFormat>Widescreen</PresentationFormat>
  <Paragraphs>15</Paragraphs>
  <Slides>4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Arial Black</vt:lpstr>
      <vt:lpstr>Wingdings</vt:lpstr>
      <vt:lpstr>Wingdings 2</vt:lpstr>
      <vt:lpstr>Office</vt:lpstr>
      <vt:lpstr>Challenge:  Team Observe</vt:lpstr>
      <vt:lpstr>Evaluation setup.</vt:lpstr>
      <vt:lpstr>Model Architecture</vt:lpstr>
      <vt:lpstr>PowerPoint Presentation</vt:lpstr>
    </vt:vector>
  </TitlesOfParts>
  <Company>JKU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PowerPoint-Präsentation</dc:title>
  <dc:creator>AK117135</dc:creator>
  <cp:lastModifiedBy>Leo Spanring</cp:lastModifiedBy>
  <cp:revision>2</cp:revision>
  <cp:lastPrinted>2015-10-19T12:36:16Z</cp:lastPrinted>
  <dcterms:created xsi:type="dcterms:W3CDTF">2021-02-19T07:49:17Z</dcterms:created>
  <dcterms:modified xsi:type="dcterms:W3CDTF">2025-06-19T09:03:19Z</dcterms:modified>
</cp:coreProperties>
</file>