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117135" initials="a" lastIdx="16" clrIdx="0">
    <p:extLst>
      <p:ext uri="{19B8F6BF-5375-455C-9EA6-DF929625EA0E}">
        <p15:presenceInfo xmlns:p15="http://schemas.microsoft.com/office/powerpoint/2012/main" userId="ak1171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332F3-3AA9-4FC8-91D6-B6DAA8FC7ADC}" v="82" dt="2025-06-19T09:37:24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92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Spanring" userId="89e00baaf65da206" providerId="LiveId" clId="{0BB332F3-3AA9-4FC8-91D6-B6DAA8FC7ADC}"/>
    <pc:docChg chg="undo custSel addSld delSld modSld sldOrd">
      <pc:chgData name="Leo Spanring" userId="89e00baaf65da206" providerId="LiveId" clId="{0BB332F3-3AA9-4FC8-91D6-B6DAA8FC7ADC}" dt="2025-06-19T09:37:46.820" v="1784" actId="14100"/>
      <pc:docMkLst>
        <pc:docMk/>
      </pc:docMkLst>
      <pc:sldChg chg="modSp mod">
        <pc:chgData name="Leo Spanring" userId="89e00baaf65da206" providerId="LiveId" clId="{0BB332F3-3AA9-4FC8-91D6-B6DAA8FC7ADC}" dt="2025-06-19T08:39:34.100" v="10" actId="20577"/>
        <pc:sldMkLst>
          <pc:docMk/>
          <pc:sldMk cId="0" sldId="257"/>
        </pc:sldMkLst>
        <pc:spChg chg="mod">
          <ac:chgData name="Leo Spanring" userId="89e00baaf65da206" providerId="LiveId" clId="{0BB332F3-3AA9-4FC8-91D6-B6DAA8FC7ADC}" dt="2025-06-19T08:39:34.100" v="10" actId="20577"/>
          <ac:spMkLst>
            <pc:docMk/>
            <pc:sldMk cId="0" sldId="257"/>
            <ac:spMk id="146" creationId="{00000000-0000-0000-0000-000000000000}"/>
          </ac:spMkLst>
        </pc:spChg>
      </pc:sldChg>
      <pc:sldChg chg="del">
        <pc:chgData name="Leo Spanring" userId="89e00baaf65da206" providerId="LiveId" clId="{0BB332F3-3AA9-4FC8-91D6-B6DAA8FC7ADC}" dt="2025-06-19T08:57:50.586" v="419" actId="47"/>
        <pc:sldMkLst>
          <pc:docMk/>
          <pc:sldMk cId="1194980917" sldId="262"/>
        </pc:sldMkLst>
      </pc:sldChg>
      <pc:sldChg chg="del">
        <pc:chgData name="Leo Spanring" userId="89e00baaf65da206" providerId="LiveId" clId="{0BB332F3-3AA9-4FC8-91D6-B6DAA8FC7ADC}" dt="2025-06-19T08:57:49.464" v="418" actId="47"/>
        <pc:sldMkLst>
          <pc:docMk/>
          <pc:sldMk cId="74319871" sldId="263"/>
        </pc:sldMkLst>
      </pc:sldChg>
      <pc:sldChg chg="del">
        <pc:chgData name="Leo Spanring" userId="89e00baaf65da206" providerId="LiveId" clId="{0BB332F3-3AA9-4FC8-91D6-B6DAA8FC7ADC}" dt="2025-06-19T08:57:51.979" v="421" actId="47"/>
        <pc:sldMkLst>
          <pc:docMk/>
          <pc:sldMk cId="3373965280" sldId="264"/>
        </pc:sldMkLst>
      </pc:sldChg>
      <pc:sldChg chg="del">
        <pc:chgData name="Leo Spanring" userId="89e00baaf65da206" providerId="LiveId" clId="{0BB332F3-3AA9-4FC8-91D6-B6DAA8FC7ADC}" dt="2025-06-19T08:57:51.224" v="420" actId="47"/>
        <pc:sldMkLst>
          <pc:docMk/>
          <pc:sldMk cId="0" sldId="265"/>
        </pc:sldMkLst>
      </pc:sldChg>
      <pc:sldChg chg="modSp new mod">
        <pc:chgData name="Leo Spanring" userId="89e00baaf65da206" providerId="LiveId" clId="{0BB332F3-3AA9-4FC8-91D6-B6DAA8FC7ADC}" dt="2025-06-19T08:46:36.251" v="162" actId="20577"/>
        <pc:sldMkLst>
          <pc:docMk/>
          <pc:sldMk cId="903683591" sldId="266"/>
        </pc:sldMkLst>
        <pc:spChg chg="mod">
          <ac:chgData name="Leo Spanring" userId="89e00baaf65da206" providerId="LiveId" clId="{0BB332F3-3AA9-4FC8-91D6-B6DAA8FC7ADC}" dt="2025-06-19T08:42:28.748" v="42" actId="20577"/>
          <ac:spMkLst>
            <pc:docMk/>
            <pc:sldMk cId="903683591" sldId="266"/>
            <ac:spMk id="2" creationId="{7C953251-8434-7CC5-8658-0ED49F1D72E7}"/>
          </ac:spMkLst>
        </pc:spChg>
        <pc:spChg chg="mod">
          <ac:chgData name="Leo Spanring" userId="89e00baaf65da206" providerId="LiveId" clId="{0BB332F3-3AA9-4FC8-91D6-B6DAA8FC7ADC}" dt="2025-06-19T08:46:36.251" v="162" actId="20577"/>
          <ac:spMkLst>
            <pc:docMk/>
            <pc:sldMk cId="903683591" sldId="266"/>
            <ac:spMk id="3" creationId="{40C0DB73-2FC7-B6A6-10CA-6A73E865DD1D}"/>
          </ac:spMkLst>
        </pc:spChg>
      </pc:sldChg>
      <pc:sldChg chg="new del">
        <pc:chgData name="Leo Spanring" userId="89e00baaf65da206" providerId="LiveId" clId="{0BB332F3-3AA9-4FC8-91D6-B6DAA8FC7ADC}" dt="2025-06-19T08:40:51.276" v="14" actId="2696"/>
        <pc:sldMkLst>
          <pc:docMk/>
          <pc:sldMk cId="1215075417" sldId="266"/>
        </pc:sldMkLst>
      </pc:sldChg>
      <pc:sldChg chg="new del">
        <pc:chgData name="Leo Spanring" userId="89e00baaf65da206" providerId="LiveId" clId="{0BB332F3-3AA9-4FC8-91D6-B6DAA8FC7ADC}" dt="2025-06-19T08:41:43.129" v="18" actId="2696"/>
        <pc:sldMkLst>
          <pc:docMk/>
          <pc:sldMk cId="2923781436" sldId="266"/>
        </pc:sldMkLst>
      </pc:sldChg>
      <pc:sldChg chg="new del">
        <pc:chgData name="Leo Spanring" userId="89e00baaf65da206" providerId="LiveId" clId="{0BB332F3-3AA9-4FC8-91D6-B6DAA8FC7ADC}" dt="2025-06-19T08:40:43.930" v="12" actId="2696"/>
        <pc:sldMkLst>
          <pc:docMk/>
          <pc:sldMk cId="3902015652" sldId="266"/>
        </pc:sldMkLst>
      </pc:sldChg>
      <pc:sldChg chg="new del">
        <pc:chgData name="Leo Spanring" userId="89e00baaf65da206" providerId="LiveId" clId="{0BB332F3-3AA9-4FC8-91D6-B6DAA8FC7ADC}" dt="2025-06-19T08:41:10.839" v="16" actId="2696"/>
        <pc:sldMkLst>
          <pc:docMk/>
          <pc:sldMk cId="4014785697" sldId="266"/>
        </pc:sldMkLst>
      </pc:sldChg>
      <pc:sldChg chg="addSp delSp modSp new mod">
        <pc:chgData name="Leo Spanring" userId="89e00baaf65da206" providerId="LiveId" clId="{0BB332F3-3AA9-4FC8-91D6-B6DAA8FC7ADC}" dt="2025-06-19T09:02:56.021" v="567" actId="1076"/>
        <pc:sldMkLst>
          <pc:docMk/>
          <pc:sldMk cId="3940066010" sldId="267"/>
        </pc:sldMkLst>
        <pc:spChg chg="mod">
          <ac:chgData name="Leo Spanring" userId="89e00baaf65da206" providerId="LiveId" clId="{0BB332F3-3AA9-4FC8-91D6-B6DAA8FC7ADC}" dt="2025-06-19T08:46:49.129" v="181" actId="20577"/>
          <ac:spMkLst>
            <pc:docMk/>
            <pc:sldMk cId="3940066010" sldId="267"/>
            <ac:spMk id="2" creationId="{9C95882B-A312-662B-BBBF-B584E263CDD2}"/>
          </ac:spMkLst>
        </pc:spChg>
        <pc:spChg chg="mod">
          <ac:chgData name="Leo Spanring" userId="89e00baaf65da206" providerId="LiveId" clId="{0BB332F3-3AA9-4FC8-91D6-B6DAA8FC7ADC}" dt="2025-06-19T09:02:45.100" v="564" actId="5793"/>
          <ac:spMkLst>
            <pc:docMk/>
            <pc:sldMk cId="3940066010" sldId="267"/>
            <ac:spMk id="3" creationId="{44398E3F-1CE2-7439-04F0-49E36ECC948C}"/>
          </ac:spMkLst>
        </pc:spChg>
        <pc:picChg chg="add del mod">
          <ac:chgData name="Leo Spanring" userId="89e00baaf65da206" providerId="LiveId" clId="{0BB332F3-3AA9-4FC8-91D6-B6DAA8FC7ADC}" dt="2025-06-19T08:55:39.142" v="368" actId="478"/>
          <ac:picMkLst>
            <pc:docMk/>
            <pc:sldMk cId="3940066010" sldId="267"/>
            <ac:picMk id="6" creationId="{9A5E674F-A7E0-FDBF-2D49-9016A4932216}"/>
          </ac:picMkLst>
        </pc:picChg>
        <pc:picChg chg="add mod">
          <ac:chgData name="Leo Spanring" userId="89e00baaf65da206" providerId="LiveId" clId="{0BB332F3-3AA9-4FC8-91D6-B6DAA8FC7ADC}" dt="2025-06-19T09:02:56.021" v="567" actId="1076"/>
          <ac:picMkLst>
            <pc:docMk/>
            <pc:sldMk cId="3940066010" sldId="267"/>
            <ac:picMk id="8" creationId="{568F253A-26E3-BDAF-36FF-0B5B18482661}"/>
          </ac:picMkLst>
        </pc:picChg>
      </pc:sldChg>
      <pc:sldChg chg="addSp modSp new mod">
        <pc:chgData name="Leo Spanring" userId="89e00baaf65da206" providerId="LiveId" clId="{0BB332F3-3AA9-4FC8-91D6-B6DAA8FC7ADC}" dt="2025-06-19T09:35:25.863" v="1684" actId="14100"/>
        <pc:sldMkLst>
          <pc:docMk/>
          <pc:sldMk cId="279478281" sldId="268"/>
        </pc:sldMkLst>
        <pc:spChg chg="mod">
          <ac:chgData name="Leo Spanring" userId="89e00baaf65da206" providerId="LiveId" clId="{0BB332F3-3AA9-4FC8-91D6-B6DAA8FC7ADC}" dt="2025-06-19T09:23:26.927" v="929" actId="20577"/>
          <ac:spMkLst>
            <pc:docMk/>
            <pc:sldMk cId="279478281" sldId="268"/>
            <ac:spMk id="2" creationId="{775B54F4-C500-2F31-508A-64429E944547}"/>
          </ac:spMkLst>
        </pc:spChg>
        <pc:spChg chg="mod">
          <ac:chgData name="Leo Spanring" userId="89e00baaf65da206" providerId="LiveId" clId="{0BB332F3-3AA9-4FC8-91D6-B6DAA8FC7ADC}" dt="2025-06-19T09:23:32.572" v="931" actId="20577"/>
          <ac:spMkLst>
            <pc:docMk/>
            <pc:sldMk cId="279478281" sldId="268"/>
            <ac:spMk id="3" creationId="{5322457B-82B4-FC88-DAA9-EA46A2F9B677}"/>
          </ac:spMkLst>
        </pc:spChg>
        <pc:picChg chg="add mod">
          <ac:chgData name="Leo Spanring" userId="89e00baaf65da206" providerId="LiveId" clId="{0BB332F3-3AA9-4FC8-91D6-B6DAA8FC7ADC}" dt="2025-06-19T09:35:25.863" v="1684" actId="14100"/>
          <ac:picMkLst>
            <pc:docMk/>
            <pc:sldMk cId="279478281" sldId="268"/>
            <ac:picMk id="6" creationId="{8C5BCE1A-EBCC-4DD0-6305-AFBC0968798E}"/>
          </ac:picMkLst>
        </pc:picChg>
      </pc:sldChg>
      <pc:sldChg chg="new del ord">
        <pc:chgData name="Leo Spanring" userId="89e00baaf65da206" providerId="LiveId" clId="{0BB332F3-3AA9-4FC8-91D6-B6DAA8FC7ADC}" dt="2025-06-19T08:57:46.165" v="417" actId="47"/>
        <pc:sldMkLst>
          <pc:docMk/>
          <pc:sldMk cId="296161598" sldId="268"/>
        </pc:sldMkLst>
      </pc:sldChg>
      <pc:sldChg chg="modSp new del mod">
        <pc:chgData name="Leo Spanring" userId="89e00baaf65da206" providerId="LiveId" clId="{0BB332F3-3AA9-4FC8-91D6-B6DAA8FC7ADC}" dt="2025-06-19T09:03:08.044" v="568" actId="2696"/>
        <pc:sldMkLst>
          <pc:docMk/>
          <pc:sldMk cId="604701389" sldId="268"/>
        </pc:sldMkLst>
        <pc:spChg chg="mod">
          <ac:chgData name="Leo Spanring" userId="89e00baaf65da206" providerId="LiveId" clId="{0BB332F3-3AA9-4FC8-91D6-B6DAA8FC7ADC}" dt="2025-06-19T08:59:50.172" v="473" actId="20577"/>
          <ac:spMkLst>
            <pc:docMk/>
            <pc:sldMk cId="604701389" sldId="268"/>
            <ac:spMk id="2" creationId="{98AACBB0-66A9-B367-6E20-8F2B4AB2EF5D}"/>
          </ac:spMkLst>
        </pc:spChg>
        <pc:spChg chg="mod">
          <ac:chgData name="Leo Spanring" userId="89e00baaf65da206" providerId="LiveId" clId="{0BB332F3-3AA9-4FC8-91D6-B6DAA8FC7ADC}" dt="2025-06-19T09:01:00.783" v="516" actId="20577"/>
          <ac:spMkLst>
            <pc:docMk/>
            <pc:sldMk cId="604701389" sldId="268"/>
            <ac:spMk id="3" creationId="{4CCA6585-2349-1477-9148-717A5310AFA4}"/>
          </ac:spMkLst>
        </pc:spChg>
      </pc:sldChg>
      <pc:sldChg chg="addSp delSp modSp new mod">
        <pc:chgData name="Leo Spanring" userId="89e00baaf65da206" providerId="LiveId" clId="{0BB332F3-3AA9-4FC8-91D6-B6DAA8FC7ADC}" dt="2025-06-19T09:35:28.427" v="1685"/>
        <pc:sldMkLst>
          <pc:docMk/>
          <pc:sldMk cId="3923991960" sldId="269"/>
        </pc:sldMkLst>
        <pc:spChg chg="mod">
          <ac:chgData name="Leo Spanring" userId="89e00baaf65da206" providerId="LiveId" clId="{0BB332F3-3AA9-4FC8-91D6-B6DAA8FC7ADC}" dt="2025-06-19T09:25:48.218" v="953" actId="20577"/>
          <ac:spMkLst>
            <pc:docMk/>
            <pc:sldMk cId="3923991960" sldId="269"/>
            <ac:spMk id="2" creationId="{AB0CFA63-AF6A-3D98-59C9-90B878C8BA1F}"/>
          </ac:spMkLst>
        </pc:spChg>
        <pc:spChg chg="mod">
          <ac:chgData name="Leo Spanring" userId="89e00baaf65da206" providerId="LiveId" clId="{0BB332F3-3AA9-4FC8-91D6-B6DAA8FC7ADC}" dt="2025-06-19T09:31:33.096" v="1431" actId="20577"/>
          <ac:spMkLst>
            <pc:docMk/>
            <pc:sldMk cId="3923991960" sldId="269"/>
            <ac:spMk id="3" creationId="{10A333E3-5186-9517-D408-CD74007E4DBD}"/>
          </ac:spMkLst>
        </pc:spChg>
        <pc:picChg chg="add del mod">
          <ac:chgData name="Leo Spanring" userId="89e00baaf65da206" providerId="LiveId" clId="{0BB332F3-3AA9-4FC8-91D6-B6DAA8FC7ADC}" dt="2025-06-19T09:35:13.776" v="1680" actId="478"/>
          <ac:picMkLst>
            <pc:docMk/>
            <pc:sldMk cId="3923991960" sldId="269"/>
            <ac:picMk id="5" creationId="{A412E05C-9441-88E2-E5B1-3CCFA50C1E27}"/>
          </ac:picMkLst>
        </pc:picChg>
        <pc:picChg chg="add mod">
          <ac:chgData name="Leo Spanring" userId="89e00baaf65da206" providerId="LiveId" clId="{0BB332F3-3AA9-4FC8-91D6-B6DAA8FC7ADC}" dt="2025-06-19T09:35:28.427" v="1685"/>
          <ac:picMkLst>
            <pc:docMk/>
            <pc:sldMk cId="3923991960" sldId="269"/>
            <ac:picMk id="6" creationId="{811DDD8D-EF3E-4634-1A3B-EC406454B2C4}"/>
          </ac:picMkLst>
        </pc:picChg>
      </pc:sldChg>
      <pc:sldChg chg="addSp delSp modSp new mod">
        <pc:chgData name="Leo Spanring" userId="89e00baaf65da206" providerId="LiveId" clId="{0BB332F3-3AA9-4FC8-91D6-B6DAA8FC7ADC}" dt="2025-06-19T09:35:30.530" v="1686"/>
        <pc:sldMkLst>
          <pc:docMk/>
          <pc:sldMk cId="4100574274" sldId="270"/>
        </pc:sldMkLst>
        <pc:spChg chg="mod">
          <ac:chgData name="Leo Spanring" userId="89e00baaf65da206" providerId="LiveId" clId="{0BB332F3-3AA9-4FC8-91D6-B6DAA8FC7ADC}" dt="2025-06-19T09:31:57.823" v="1454" actId="20577"/>
          <ac:spMkLst>
            <pc:docMk/>
            <pc:sldMk cId="4100574274" sldId="270"/>
            <ac:spMk id="2" creationId="{7D6355A8-2ACF-90FF-DCC2-B3CCA80A0938}"/>
          </ac:spMkLst>
        </pc:spChg>
        <pc:spChg chg="mod">
          <ac:chgData name="Leo Spanring" userId="89e00baaf65da206" providerId="LiveId" clId="{0BB332F3-3AA9-4FC8-91D6-B6DAA8FC7ADC}" dt="2025-06-19T09:34:53.061" v="1677" actId="20577"/>
          <ac:spMkLst>
            <pc:docMk/>
            <pc:sldMk cId="4100574274" sldId="270"/>
            <ac:spMk id="3" creationId="{FE99DE09-483B-1EFD-BA87-9F0A4765227F}"/>
          </ac:spMkLst>
        </pc:spChg>
        <pc:picChg chg="add del mod">
          <ac:chgData name="Leo Spanring" userId="89e00baaf65da206" providerId="LiveId" clId="{0BB332F3-3AA9-4FC8-91D6-B6DAA8FC7ADC}" dt="2025-06-19T09:35:15.645" v="1681" actId="478"/>
          <ac:picMkLst>
            <pc:docMk/>
            <pc:sldMk cId="4100574274" sldId="270"/>
            <ac:picMk id="5" creationId="{592FADDA-6FBB-9FD0-8F9E-2059B592AA9E}"/>
          </ac:picMkLst>
        </pc:picChg>
        <pc:picChg chg="add mod">
          <ac:chgData name="Leo Spanring" userId="89e00baaf65da206" providerId="LiveId" clId="{0BB332F3-3AA9-4FC8-91D6-B6DAA8FC7ADC}" dt="2025-06-19T09:35:30.530" v="1686"/>
          <ac:picMkLst>
            <pc:docMk/>
            <pc:sldMk cId="4100574274" sldId="270"/>
            <ac:picMk id="6" creationId="{0E81BE94-3A69-D2C8-6863-76ECC54018ED}"/>
          </ac:picMkLst>
        </pc:picChg>
      </pc:sldChg>
      <pc:sldChg chg="addSp delSp modSp new mod">
        <pc:chgData name="Leo Spanring" userId="89e00baaf65da206" providerId="LiveId" clId="{0BB332F3-3AA9-4FC8-91D6-B6DAA8FC7ADC}" dt="2025-06-19T09:37:46.820" v="1784" actId="14100"/>
        <pc:sldMkLst>
          <pc:docMk/>
          <pc:sldMk cId="2551820613" sldId="271"/>
        </pc:sldMkLst>
        <pc:spChg chg="mod">
          <ac:chgData name="Leo Spanring" userId="89e00baaf65da206" providerId="LiveId" clId="{0BB332F3-3AA9-4FC8-91D6-B6DAA8FC7ADC}" dt="2025-06-19T09:36:09.641" v="1714" actId="20577"/>
          <ac:spMkLst>
            <pc:docMk/>
            <pc:sldMk cId="2551820613" sldId="271"/>
            <ac:spMk id="2" creationId="{DA5337F5-3B32-8045-60C2-5ADD51CE8CFC}"/>
          </ac:spMkLst>
        </pc:spChg>
        <pc:spChg chg="add del mod">
          <ac:chgData name="Leo Spanring" userId="89e00baaf65da206" providerId="LiveId" clId="{0BB332F3-3AA9-4FC8-91D6-B6DAA8FC7ADC}" dt="2025-06-19T09:37:21.664" v="1775" actId="20577"/>
          <ac:spMkLst>
            <pc:docMk/>
            <pc:sldMk cId="2551820613" sldId="271"/>
            <ac:spMk id="3" creationId="{058313B2-FAC2-6998-8053-D56F3456DB6B}"/>
          </ac:spMkLst>
        </pc:spChg>
        <pc:picChg chg="add mod">
          <ac:chgData name="Leo Spanring" userId="89e00baaf65da206" providerId="LiveId" clId="{0BB332F3-3AA9-4FC8-91D6-B6DAA8FC7ADC}" dt="2025-06-19T09:36:41.584" v="1725"/>
          <ac:picMkLst>
            <pc:docMk/>
            <pc:sldMk cId="2551820613" sldId="271"/>
            <ac:picMk id="6" creationId="{79F853DD-8CBE-3DEC-96AF-D54989FB5B81}"/>
          </ac:picMkLst>
        </pc:picChg>
        <pc:picChg chg="add mod">
          <ac:chgData name="Leo Spanring" userId="89e00baaf65da206" providerId="LiveId" clId="{0BB332F3-3AA9-4FC8-91D6-B6DAA8FC7ADC}" dt="2025-06-19T09:37:46.820" v="1784" actId="14100"/>
          <ac:picMkLst>
            <pc:docMk/>
            <pc:sldMk cId="2551820613" sldId="271"/>
            <ac:picMk id="8" creationId="{79F40DF3-858D-1827-D15D-C7A514576DE6}"/>
          </ac:picMkLst>
        </pc:picChg>
      </pc:sldChg>
      <pc:sldMasterChg chg="delSldLayout">
        <pc:chgData name="Leo Spanring" userId="89e00baaf65da206" providerId="LiveId" clId="{0BB332F3-3AA9-4FC8-91D6-B6DAA8FC7ADC}" dt="2025-06-19T08:57:51.979" v="421" actId="47"/>
        <pc:sldMasterMkLst>
          <pc:docMk/>
          <pc:sldMasterMk cId="2195679428" sldId="2147483660"/>
        </pc:sldMasterMkLst>
        <pc:sldLayoutChg chg="del">
          <pc:chgData name="Leo Spanring" userId="89e00baaf65da206" providerId="LiveId" clId="{0BB332F3-3AA9-4FC8-91D6-B6DAA8FC7ADC}" dt="2025-06-19T08:57:51.979" v="421" actId="47"/>
          <pc:sldLayoutMkLst>
            <pc:docMk/>
            <pc:sldMasterMk cId="2195679428" sldId="2147483660"/>
            <pc:sldLayoutMk cId="2154301163" sldId="2147483685"/>
          </pc:sldLayoutMkLst>
        </pc:sldLayoutChg>
        <pc:sldLayoutChg chg="del">
          <pc:chgData name="Leo Spanring" userId="89e00baaf65da206" providerId="LiveId" clId="{0BB332F3-3AA9-4FC8-91D6-B6DAA8FC7ADC}" dt="2025-06-19T08:57:51.224" v="420" actId="47"/>
          <pc:sldLayoutMkLst>
            <pc:docMk/>
            <pc:sldMasterMk cId="2195679428" sldId="2147483660"/>
            <pc:sldLayoutMk cId="294095800" sldId="214748368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19.06.2025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19.06.2025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fd70fb37e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fd70fb37e_0_107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4fd70fb37e_0_107:notes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af-Z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373" y="1575534"/>
            <a:ext cx="7107871" cy="503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weis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79" y="1577096"/>
            <a:ext cx="7107380" cy="50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708" y="556101"/>
            <a:ext cx="1929267" cy="1365970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farbi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276" y="564434"/>
            <a:ext cx="1929147" cy="13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mit.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Imagebild.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Text.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Formeln.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Video.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Tabellen.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1_Titel / Schluss mit Log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3708" y="556101"/>
            <a:ext cx="1929267" cy="13659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1784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9" y="6350400"/>
            <a:ext cx="2359953" cy="278203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9" r:id="rId2"/>
    <p:sldLayoutId id="2147483680" r:id="rId3"/>
    <p:sldLayoutId id="2147483681" r:id="rId4"/>
    <p:sldLayoutId id="2147483683" r:id="rId5"/>
    <p:sldLayoutId id="2147483682" r:id="rId6"/>
    <p:sldLayoutId id="2147483669" r:id="rId7"/>
    <p:sldLayoutId id="2147483670" r:id="rId8"/>
    <p:sldLayoutId id="2147483666" r:id="rId9"/>
    <p:sldLayoutId id="2147483677" r:id="rId10"/>
    <p:sldLayoutId id="2147483662" r:id="rId11"/>
    <p:sldLayoutId id="2147483664" r:id="rId12"/>
    <p:sldLayoutId id="2147483671" r:id="rId13"/>
    <p:sldLayoutId id="2147483672" r:id="rId14"/>
    <p:sldLayoutId id="2147483673" r:id="rId15"/>
    <p:sldLayoutId id="2147483675" r:id="rId16"/>
    <p:sldLayoutId id="2147483674" r:id="rId17"/>
    <p:sldLayoutId id="2147483678" r:id="rId18"/>
    <p:sldLayoutId id="2147483684" r:id="rId19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485725" y="5412175"/>
            <a:ext cx="9484500" cy="7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f-ZA" dirty="0">
                <a:latin typeface="Arial" panose="020B0604020202020204" pitchFamily="34" charset="0"/>
                <a:cs typeface="Arial" panose="020B0604020202020204" pitchFamily="34" charset="0"/>
              </a:rPr>
              <a:t>Johannes Grafinger, Jonas Gantar, </a:t>
            </a:r>
            <a:r>
              <a:rPr lang="af-ZA">
                <a:latin typeface="Arial" panose="020B0604020202020204" pitchFamily="34" charset="0"/>
                <a:cs typeface="Arial" panose="020B0604020202020204" pitchFamily="34" charset="0"/>
              </a:rPr>
              <a:t>Leonhard Markus </a:t>
            </a:r>
            <a:r>
              <a:rPr lang="af-ZA" dirty="0">
                <a:latin typeface="Arial" panose="020B0604020202020204" pitchFamily="34" charset="0"/>
                <a:cs typeface="Arial" panose="020B0604020202020204" pitchFamily="34" charset="0"/>
              </a:rPr>
              <a:t>Spanring, Reinhard Josef Pötscher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485724" y="2035750"/>
            <a:ext cx="11706275" cy="1226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af-ZA" sz="4000" i="1" dirty="0">
                <a:latin typeface="Arial Black" panose="020B0A04020102020204" pitchFamily="34" charset="0"/>
              </a:rPr>
              <a:t>Challenge: </a:t>
            </a:r>
            <a:br>
              <a:rPr lang="af-ZA" sz="4000" i="1" dirty="0">
                <a:latin typeface="Arial Black" panose="020B0A04020102020204" pitchFamily="34" charset="0"/>
              </a:rPr>
            </a:br>
            <a:r>
              <a:rPr lang="af-ZA" sz="4000" i="1" dirty="0">
                <a:solidFill>
                  <a:srgbClr val="FF0000"/>
                </a:solidFill>
                <a:latin typeface="Arial Black" panose="020B0A04020102020204" pitchFamily="34" charset="0"/>
              </a:rPr>
              <a:t>Team Observe</a:t>
            </a:r>
            <a:endParaRPr sz="40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485725" y="510753"/>
            <a:ext cx="9226800" cy="136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f-ZA" sz="4400" dirty="0">
                <a:latin typeface="Arial Black" panose="020B0A04020102020204" pitchFamily="34" charset="0"/>
              </a:rPr>
              <a:t>Machine Learning and Pattern Classification</a:t>
            </a:r>
            <a:endParaRPr sz="4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3251-8434-7CC5-8658-0ED49F1D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</a:t>
            </a:r>
            <a:r>
              <a:rPr lang="en-GB" dirty="0" smtClean="0"/>
              <a:t>setup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DB73-2FC7-B6A6-10CA-6A73E865D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Dataset split: </a:t>
            </a:r>
          </a:p>
          <a:p>
            <a:pPr lvl="1"/>
            <a:r>
              <a:rPr lang="en-GB" dirty="0"/>
              <a:t>8230 files total; 60% train; 20% </a:t>
            </a:r>
            <a:r>
              <a:rPr lang="en-GB" dirty="0" err="1"/>
              <a:t>val</a:t>
            </a:r>
            <a:r>
              <a:rPr lang="en-GB" dirty="0"/>
              <a:t>; 20% </a:t>
            </a:r>
            <a:r>
              <a:rPr lang="en-GB" dirty="0" smtClean="0"/>
              <a:t>test</a:t>
            </a:r>
            <a:br>
              <a:rPr lang="en-GB" dirty="0" smtClean="0"/>
            </a:br>
            <a:r>
              <a:rPr lang="en-GB" dirty="0" smtClean="0"/>
              <a:t> </a:t>
            </a:r>
            <a:endParaRPr lang="en-GB" dirty="0"/>
          </a:p>
          <a:p>
            <a:r>
              <a:rPr lang="en-GB" dirty="0"/>
              <a:t>Baseline classifier:</a:t>
            </a:r>
          </a:p>
          <a:p>
            <a:pPr lvl="1"/>
            <a:r>
              <a:rPr lang="en-GB" dirty="0"/>
              <a:t>Average cost: </a:t>
            </a:r>
            <a:r>
              <a:rPr lang="en-GB" dirty="0" smtClean="0"/>
              <a:t>108.8553</a:t>
            </a:r>
            <a:br>
              <a:rPr lang="en-GB" dirty="0" smtClean="0"/>
            </a:b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BDCA2-B7D7-2089-8482-0B9AF2EFA8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368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882B-A312-662B-BBBF-B584E263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Architecture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98E3F-1CE2-7439-04F0-49E36ECC9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Class: TCN (Temporal Convolutional Network)</a:t>
            </a:r>
          </a:p>
          <a:p>
            <a:pPr lvl="1"/>
            <a:r>
              <a:rPr lang="en-GB" dirty="0"/>
              <a:t>More efficient than RNN for long-term dependencies.</a:t>
            </a:r>
          </a:p>
          <a:p>
            <a:pPr lvl="1"/>
            <a:r>
              <a:rPr lang="en-GB" dirty="0"/>
              <a:t>Doesn’t rely on sequential processing (Faster training and easier to parallelize).</a:t>
            </a:r>
          </a:p>
          <a:p>
            <a:pPr lvl="1"/>
            <a:r>
              <a:rPr lang="en-GB" dirty="0"/>
              <a:t>Less likely to overfit.</a:t>
            </a:r>
          </a:p>
          <a:p>
            <a:r>
              <a:rPr lang="en-GB" dirty="0"/>
              <a:t>Loss Function: Weighted BCE-Loss</a:t>
            </a:r>
            <a:endParaRPr lang="LID4096" dirty="0"/>
          </a:p>
          <a:p>
            <a:pPr marL="0" indent="0">
              <a:buNone/>
            </a:pPr>
            <a:endParaRPr lang="en-GB" dirty="0"/>
          </a:p>
          <a:p>
            <a:pPr lvl="1"/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26AE7-1C2A-F11B-7BC4-5ACAE6547F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8F253A-26E3-BDAF-36FF-0B5B18482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88" y="3541342"/>
            <a:ext cx="11108624" cy="250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6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54F4-C500-2F31-508A-64429E94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Variable Thresholds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2457B-82B4-FC88-DAA9-EA46A2F9B6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Globally constant threshold ignores class imbalances.</a:t>
                </a:r>
              </a:p>
              <a:p>
                <a:r>
                  <a:rPr lang="en-GB" dirty="0"/>
                  <a:t>Threshold </a:t>
                </a:r>
                <a:r>
                  <a:rPr lang="en-GB" dirty="0" smtClean="0"/>
                  <a:t>search space </a:t>
                </a:r>
                <a:r>
                  <a:rPr lang="en-GB" dirty="0"/>
                  <a:t>consists of values from 0 to 1.</a:t>
                </a:r>
              </a:p>
              <a:p>
                <a:r>
                  <a:rPr lang="en-GB" dirty="0"/>
                  <a:t>Thresholds are tuned after each validation epoch.</a:t>
                </a:r>
              </a:p>
              <a:p>
                <a:pPr lvl="1"/>
                <a:r>
                  <a:rPr lang="en-GB" dirty="0"/>
                  <a:t>Utility function: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𝐹𝑁</m:t>
                    </m:r>
                  </m:oMath>
                </a14:m>
                <a:endParaRPr lang="LID4096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2457B-82B4-FC88-DAA9-EA46A2F9B6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1" t="-1754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1B4BF-4058-BE50-35E5-846E64B46CD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5BCE1A-EBCC-4DD0-6305-AFBC09687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002" y="4289258"/>
            <a:ext cx="4855996" cy="14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FA63-AF6A-3D98-59C9-90B878C8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Post Processing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333E3-5186-9517-D408-CD74007E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Spurious positive class predictions lasting only a few frames could have a big effect on overall performance.</a:t>
            </a:r>
          </a:p>
          <a:p>
            <a:pPr lvl="1"/>
            <a:r>
              <a:rPr lang="en-GB" dirty="0"/>
              <a:t>Amplified by weighted loss function: Model more pushed toward predicting </a:t>
            </a:r>
            <a:r>
              <a:rPr lang="en-GB" dirty="0" smtClean="0"/>
              <a:t>positive.</a:t>
            </a:r>
            <a:endParaRPr lang="en-GB" dirty="0"/>
          </a:p>
          <a:p>
            <a:r>
              <a:rPr lang="en-GB" dirty="0"/>
              <a:t>Post-processing strategy:</a:t>
            </a:r>
          </a:p>
          <a:p>
            <a:pPr lvl="1"/>
            <a:r>
              <a:rPr lang="en-GB" dirty="0"/>
              <a:t>Predictions lasting only a few frames get discarded.</a:t>
            </a:r>
          </a:p>
          <a:p>
            <a:pPr lvl="1"/>
            <a:r>
              <a:rPr lang="en-GB" dirty="0"/>
              <a:t>Best result for rejecting positive predictions lasting less than 3 frames.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6CC3A-FFD7-72BD-CCFC-0FC8F75DFF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1DDD8D-EF3E-4634-1A3B-EC406454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02" y="4289258"/>
            <a:ext cx="4855996" cy="14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9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5A8-2ACF-90FF-DCC2-B3CCA80A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Hyperparameter Tuning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9DE09-483B-1EFD-BA87-9F0A47652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Tested hyperparameters:</a:t>
            </a:r>
          </a:p>
          <a:p>
            <a:pPr lvl="1"/>
            <a:r>
              <a:rPr lang="en-GB" dirty="0"/>
              <a:t>Optimizers: Adam, </a:t>
            </a:r>
            <a:r>
              <a:rPr lang="en-GB" dirty="0" err="1"/>
              <a:t>AdamW</a:t>
            </a:r>
            <a:endParaRPr lang="en-GB" dirty="0"/>
          </a:p>
          <a:p>
            <a:pPr lvl="1"/>
            <a:r>
              <a:rPr lang="en-GB" dirty="0"/>
              <a:t>Batch sizes: 32, 64, 128, 256</a:t>
            </a:r>
          </a:p>
          <a:p>
            <a:pPr lvl="1"/>
            <a:r>
              <a:rPr lang="en-GB" dirty="0"/>
              <a:t>Learning rate: 1e-3, 1e-4, 1e-5</a:t>
            </a:r>
          </a:p>
          <a:p>
            <a:r>
              <a:rPr lang="en-GB" dirty="0"/>
              <a:t>Best hyperparameter combination: </a:t>
            </a:r>
            <a:r>
              <a:rPr lang="en-GB" dirty="0" err="1"/>
              <a:t>AdamW</a:t>
            </a:r>
            <a:r>
              <a:rPr lang="en-GB" dirty="0"/>
              <a:t>, 64, 1e-4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76E26-CD04-2EED-97F5-66F38CC292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1BE94-3A69-D2C8-6863-76ECC5401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02" y="4289258"/>
            <a:ext cx="4855996" cy="14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7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37F5-3B32-8045-60C2-5ADD51CE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Improvement on cost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13B2-FAC2-6998-8053-D56F3456D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combination of the strategies was used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CE112-940B-E563-BFFC-C505E946ECD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 descr="A graph with green and orange lines&#10;&#10;AI-generated content may be incorrect.">
            <a:extLst>
              <a:ext uri="{FF2B5EF4-FFF2-40B4-BE49-F238E27FC236}">
                <a16:creationId xmlns:a16="http://schemas.microsoft.com/office/drawing/2014/main" id="{79F40DF3-858D-1827-D15D-C7A514576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163" y="2076861"/>
            <a:ext cx="5719674" cy="39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2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KU_SoWi_Praesentation_DE_16_9_2021_02" id="{935EC412-548F-495B-9270-73F0372A3669}" vid="{D610FC8B-B5FA-487B-BF2E-352F010C8F7B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JKU_SoWi_Praesentation_DE_16_9_2021_02</Template>
  <TotalTime>0</TotalTime>
  <Words>233</Words>
  <Application>Microsoft Office PowerPoint</Application>
  <PresentationFormat>Breitbild</PresentationFormat>
  <Paragraphs>34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Cambria Math</vt:lpstr>
      <vt:lpstr>Wingdings</vt:lpstr>
      <vt:lpstr>Wingdings 2</vt:lpstr>
      <vt:lpstr>Office</vt:lpstr>
      <vt:lpstr>Challenge:  Team Observe</vt:lpstr>
      <vt:lpstr>Evaluation setup</vt:lpstr>
      <vt:lpstr>Model Architecture</vt:lpstr>
      <vt:lpstr>Strategies to improve performance: Variable Thresholds</vt:lpstr>
      <vt:lpstr>Strategies to improve performance: Post Processing</vt:lpstr>
      <vt:lpstr>Strategies to improve performance: Hyperparameter Tuning</vt:lpstr>
      <vt:lpstr>Strategies to improve performance: Improvement on cost</vt:lpstr>
    </vt:vector>
  </TitlesOfParts>
  <Company>JKU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AK117135</dc:creator>
  <cp:lastModifiedBy>Reinhard</cp:lastModifiedBy>
  <cp:revision>5</cp:revision>
  <cp:lastPrinted>2015-10-19T12:36:16Z</cp:lastPrinted>
  <dcterms:created xsi:type="dcterms:W3CDTF">2021-02-19T07:49:17Z</dcterms:created>
  <dcterms:modified xsi:type="dcterms:W3CDTF">2025-06-19T11:06:46Z</dcterms:modified>
</cp:coreProperties>
</file>